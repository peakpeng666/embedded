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1" r:id="rId4"/>
    <p:sldId id="262" r:id="rId5"/>
    <p:sldId id="263" r:id="rId6"/>
    <p:sldId id="266" r:id="rId7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5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围绕STM32F407ZGT6，按Set、Get、Config、Delay介绍系统时钟与软件延时，再对照各类时钟的用途。右侧1 ms是HAL默认时基周期。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D启动文件调用SystemInit。SystemInit内的SetSysClock完成HSE、PLL、总线分频和Flash等待周期配置，随后返回并进入__main的C运行时初始化，再到main。HAL的SystemInit只做FPU、向量表等基础工作，main内的完整函数顺序是HAL_Init()、SystemClock_Config()、MX_GPIO_Init()。HAL_Init先按HSI 16 MHz建立默认1 ms时基；切到168 MHz后，HAL_RCC_ClockConfig更新SystemCoreClock并再次调用HAL_InitTick。HAL原例为HSE_VALUE=8 MHz、M8/N336/P2/Q4；STD为HSE_VALUE=25 MHz、M25/N336/P2/Q7。实际晶振与HSE_VALUE及M必须匹配。Q4得到84 MHz，超出75 MHz上限，不应因相关外设未启用就认为符合规格。对336 MHz VCO建议Q7产生48 MHz。数值为配置推导，不是板测结果。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L_RCC_GetSysClockFreq根据RCC寄存器与HSE_VALUE等参数反算SYSCLK。HAL_RCC_GetHCLKFreq直接读取SystemCoreClock，PCLK函数再结合分频计算。SystemCoreClockUpdate只刷新这份频率记录，不更改硬件时钟。STD通过RCC_GetClocksFreq读取一组频率。HAL_GetTick读取中断维护的uwTick，默认单位毫秒。频率与时间读数不可混用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HAL_Init先调用HAL_InitTick，其内部调用HAL_SYSTICK_Config，最终由CMSIS SysTick_Config写寄存器。CMSIS SysTick_Config检查24位计数范围，设置LOAD=ticks−1、VAL=0，并开启HCLK时钟源、SysTick中断和计数器。168 MHz时，STD调用HCLK/100，对应10 ms、LOAD=1679999；HAL默认调用SystemCoreClock/(1000U/uwTickFreq)，uwTickFreq为1，对应1 ms、LOAD=167999。改变HCLK后需重配，才能保持预期节拍。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左侧为STD关键语句，共享全局变量确为static __IO uint32_t uwTimingDelay，__IO展开为volatile。Delay将参数写入计数，主循环等待归零。SysTick_Handler调用TimingDelay_Decrement，每10 ms将非零计数减1，因此Delay(10)约100 ms、Delay(1)约10 ms。右侧是HAL_Delay的核心逻辑：保存起点，非HAL_MAX_DELAY时增加一个tick，等待无符号时间差达到wait。增加一个tick避免起点接近节拍末尾造成等待不足。HAL_GetTick读取uwTick，SysTick通过HAL_IncTick每1 ms累加。两者都阻塞主循环，中断必须能够继续执行。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HSI为内部16 MHz RC，可用于启动与后备；HSE是外部晶振参考。PLL对参考分频倍频，SYSCLK选择系统时钟源，AHB和APB分频形成HCLK和PCLK。LSE为外部32.768 kHz，用于RTC，内部约32 kHz的LSI用于独立看门狗等。SysTick提供软件时基，TIM/PWM适合定时与波形输出。使用外设前须使能时钟门控，空闲时可关闭以减少功耗。STD每轮Delay(10)使流水灯约100 ms移位，Index%5为0时翻转LED，普通区间翻转约500 ms、完整周期约1 s。初值0时首轮就触发。uint16_t从65535回卷到0，这两个值均满足模5条件，所以相邻两轮连续触发，间隔约100 ms。可改周期计数或时间差判断。HAL每轮HAL_Delay(1000)，流水灯与翻转约1 s一次，完整亮灭约2 s。以上时序均以晶振和时钟参数匹配且中断正常执行为条件，并非精密硬件实测。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制作源文件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10/8/2026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制作源文件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10/8/2026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ditable 3"/>
          <p:cNvSpPr/>
          <p:nvPr/>
        </p:nvSpPr>
        <p:spPr>
          <a:xfrm>
            <a:off x="609600" y="1009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61747B"/>
            </a:solidFill>
          </a:ln>
        </p:spPr>
      </p:sp>
      <p:sp>
        <p:nvSpPr>
          <p:cNvPr id="4" name="Editable 4"/>
          <p:cNvSpPr txBox="1"/>
          <p:nvPr/>
        </p:nvSpPr>
        <p:spPr>
          <a:xfrm>
            <a:off x="609600" y="1733550"/>
            <a:ext cx="5429250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400" b="1" dirty="0">
                <a:solidFill>
                  <a:srgbClr val="F5F6F2"/>
                </a:solidFill>
                <a:latin typeface="Microsoft YaHei"/>
                <a:ea typeface="Microsoft YaHei"/>
                <a:cs typeface="Microsoft YaHei"/>
              </a:rPr>
              <a:t>时钟之迹</a:t>
            </a:r>
          </a:p>
        </p:txBody>
      </p:sp>
      <p:sp>
        <p:nvSpPr>
          <p:cNvPr id="5" name="Editable 5"/>
          <p:cNvSpPr txBox="1"/>
          <p:nvPr/>
        </p:nvSpPr>
        <p:spPr>
          <a:xfrm>
            <a:off x="638175" y="3019425"/>
            <a:ext cx="6953250" cy="619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00" dirty="0">
                <a:solidFill>
                  <a:srgbClr val="F5F6F2"/>
                </a:solidFill>
                <a:latin typeface="Microsoft YaHei"/>
                <a:ea typeface="Microsoft YaHei"/>
                <a:cs typeface="Microsoft YaHei"/>
              </a:rPr>
              <a:t>STM32F407 时钟配置与软件延时</a:t>
            </a:r>
          </a:p>
        </p:txBody>
      </p:sp>
      <p:sp>
        <p:nvSpPr>
          <p:cNvPr id="6" name="Editable 6"/>
          <p:cNvSpPr txBox="1"/>
          <p:nvPr/>
        </p:nvSpPr>
        <p:spPr>
          <a:xfrm>
            <a:off x="638175" y="4076700"/>
            <a:ext cx="5715000" cy="904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475"/>
              </a:lnSpc>
            </a:pPr>
            <a:r>
              <a:rPr lang="zh-CN" sz="2000" dirty="0">
                <a:solidFill>
                  <a:srgbClr val="AABDBF"/>
                </a:solidFill>
                <a:latin typeface="Microsoft YaHei"/>
                <a:ea typeface="Microsoft YaHei"/>
                <a:cs typeface="Microsoft YaHei"/>
              </a:rPr>
              <a:t>STM32F407ZGT6</a:t>
            </a:r>
            <a:br/>
            <a:r>
              <a:rPr lang="zh-CN" sz="2000" dirty="0">
                <a:solidFill>
                  <a:srgbClr val="AABDBF"/>
                </a:solidFill>
                <a:latin typeface="Microsoft YaHei"/>
                <a:ea typeface="Microsoft YaHei"/>
                <a:cs typeface="Microsoft YaHei"/>
              </a:rPr>
              <a:t>Keil MDK / STM32CubeMX</a:t>
            </a:r>
          </a:p>
        </p:txBody>
      </p:sp>
      <p:sp>
        <p:nvSpPr>
          <p:cNvPr id="7" name="Editable 7"/>
          <p:cNvSpPr/>
          <p:nvPr/>
        </p:nvSpPr>
        <p:spPr>
          <a:xfrm>
            <a:off x="7524750" y="1762125"/>
            <a:ext cx="4057650" cy="9525"/>
          </a:xfrm>
          <a:custGeom>
            <a:avLst/>
            <a:gdLst/>
            <a:ahLst/>
            <a:cxnLst/>
            <a:rect l="l" t="t" r="r" b="b"/>
            <a:pathLst>
              <a:path w="4057650" h="9525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/>
          <a:ln w="9525">
            <a:solidFill>
              <a:srgbClr val="61747B"/>
            </a:solidFill>
          </a:ln>
        </p:spPr>
      </p:sp>
      <p:sp>
        <p:nvSpPr>
          <p:cNvPr id="8" name="Editable 8"/>
          <p:cNvSpPr txBox="1"/>
          <p:nvPr/>
        </p:nvSpPr>
        <p:spPr>
          <a:xfrm>
            <a:off x="7572375" y="1990725"/>
            <a:ext cx="2333625" cy="1381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0" dirty="0">
                <a:solidFill>
                  <a:srgbClr val="73D5D4"/>
                </a:solidFill>
                <a:latin typeface="Microsoft YaHei"/>
                <a:ea typeface="Microsoft YaHei"/>
                <a:cs typeface="Microsoft YaHei"/>
              </a:rPr>
              <a:t>168</a:t>
            </a:r>
          </a:p>
        </p:txBody>
      </p:sp>
      <p:sp>
        <p:nvSpPr>
          <p:cNvPr id="9" name="Editable 9"/>
          <p:cNvSpPr txBox="1"/>
          <p:nvPr/>
        </p:nvSpPr>
        <p:spPr>
          <a:xfrm>
            <a:off x="10020300" y="2552700"/>
            <a:ext cx="1238250" cy="619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5F6F2"/>
                </a:solidFill>
                <a:latin typeface="Microsoft YaHei"/>
                <a:ea typeface="Microsoft YaHei"/>
                <a:cs typeface="Microsoft YaHei"/>
              </a:rPr>
              <a:t>MHz</a:t>
            </a:r>
          </a:p>
        </p:txBody>
      </p:sp>
      <p:sp>
        <p:nvSpPr>
          <p:cNvPr id="10" name="Editable 10"/>
          <p:cNvSpPr/>
          <p:nvPr/>
        </p:nvSpPr>
        <p:spPr>
          <a:xfrm>
            <a:off x="7524750" y="3352800"/>
            <a:ext cx="428625" cy="9525"/>
          </a:xfrm>
          <a:custGeom>
            <a:avLst/>
            <a:gdLst/>
            <a:ahLst/>
            <a:cxnLst/>
            <a:rect l="l" t="t" r="r" b="b"/>
            <a:pathLst>
              <a:path w="428625" h="952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/>
          <a:ln w="28575">
            <a:solidFill>
              <a:srgbClr val="73D5D4"/>
            </a:solidFill>
          </a:ln>
        </p:spPr>
      </p:sp>
      <p:sp>
        <p:nvSpPr>
          <p:cNvPr id="11" name="Editable 11"/>
          <p:cNvSpPr/>
          <p:nvPr/>
        </p:nvSpPr>
        <p:spPr>
          <a:xfrm>
            <a:off x="7953375" y="31623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3D5D4"/>
            </a:solidFill>
          </a:ln>
        </p:spPr>
      </p:sp>
      <p:sp>
        <p:nvSpPr>
          <p:cNvPr id="12" name="Editable 12"/>
          <p:cNvSpPr/>
          <p:nvPr/>
        </p:nvSpPr>
        <p:spPr>
          <a:xfrm>
            <a:off x="7953375" y="31623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28575">
            <a:solidFill>
              <a:srgbClr val="73D5D4"/>
            </a:solidFill>
          </a:ln>
        </p:spPr>
      </p:sp>
      <p:sp>
        <p:nvSpPr>
          <p:cNvPr id="13" name="Editable 13"/>
          <p:cNvSpPr/>
          <p:nvPr/>
        </p:nvSpPr>
        <p:spPr>
          <a:xfrm>
            <a:off x="8334375" y="31623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28575">
            <a:solidFill>
              <a:srgbClr val="73D5D4"/>
            </a:solidFill>
          </a:ln>
        </p:spPr>
      </p:sp>
      <p:sp>
        <p:nvSpPr>
          <p:cNvPr id="14" name="Editable 14"/>
          <p:cNvSpPr/>
          <p:nvPr/>
        </p:nvSpPr>
        <p:spPr>
          <a:xfrm>
            <a:off x="8334375" y="3352800"/>
            <a:ext cx="3248025" cy="9525"/>
          </a:xfrm>
          <a:custGeom>
            <a:avLst/>
            <a:gdLst/>
            <a:ahLst/>
            <a:cxnLst/>
            <a:rect l="l" t="t" r="r" b="b"/>
            <a:pathLst>
              <a:path w="3248025" h="9525">
                <a:moveTo>
                  <a:pt x="0" y="0"/>
                </a:moveTo>
                <a:lnTo>
                  <a:pt x="3248025" y="0"/>
                </a:lnTo>
              </a:path>
            </a:pathLst>
          </a:custGeom>
          <a:noFill/>
          <a:ln w="28575">
            <a:solidFill>
              <a:srgbClr val="73D5D4"/>
            </a:solidFill>
          </a:ln>
        </p:spPr>
      </p:sp>
      <p:sp>
        <p:nvSpPr>
          <p:cNvPr id="15" name="Editable 15"/>
          <p:cNvSpPr txBox="1"/>
          <p:nvPr/>
        </p:nvSpPr>
        <p:spPr>
          <a:xfrm>
            <a:off x="7581900" y="3648075"/>
            <a:ext cx="904875" cy="952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800" dirty="0">
                <a:solidFill>
                  <a:srgbClr val="F5F6F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Editable 16"/>
          <p:cNvSpPr txBox="1"/>
          <p:nvPr/>
        </p:nvSpPr>
        <p:spPr>
          <a:xfrm>
            <a:off x="8477250" y="4038600"/>
            <a:ext cx="1047750" cy="523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00" dirty="0">
                <a:solidFill>
                  <a:srgbClr val="F5F6F2"/>
                </a:solidFill>
                <a:latin typeface="Microsoft YaHei"/>
                <a:ea typeface="Microsoft YaHei"/>
                <a:cs typeface="Microsoft YaHei"/>
              </a:rPr>
              <a:t>ms</a:t>
            </a:r>
          </a:p>
        </p:txBody>
      </p:sp>
      <p:sp>
        <p:nvSpPr>
          <p:cNvPr id="17" name="Editable 17"/>
          <p:cNvSpPr txBox="1"/>
          <p:nvPr/>
        </p:nvSpPr>
        <p:spPr>
          <a:xfrm>
            <a:off x="7591425" y="4562475"/>
            <a:ext cx="3990975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1800" dirty="0">
                <a:solidFill>
                  <a:srgbClr val="AABDBF"/>
                </a:solidFill>
                <a:latin typeface="Microsoft YaHei"/>
                <a:ea typeface="Microsoft YaHei"/>
                <a:cs typeface="Microsoft YaHei"/>
              </a:rPr>
              <a:t>HAL 时基周期</a:t>
            </a:r>
          </a:p>
          <a:p>
            <a:r>
              <a:rPr lang="zh-CN" sz="1800" dirty="0">
                <a:solidFill>
                  <a:srgbClr val="AABDBF"/>
                </a:solidFill>
                <a:latin typeface="Microsoft YaHei"/>
                <a:ea typeface="Microsoft YaHei"/>
                <a:cs typeface="Microsoft YaHei"/>
              </a:rPr>
              <a:t>HAL_InitTick 配置</a:t>
            </a:r>
          </a:p>
        </p:txBody>
      </p:sp>
      <p:sp>
        <p:nvSpPr>
          <p:cNvPr id="18" name="Editable 18"/>
          <p:cNvSpPr/>
          <p:nvPr/>
        </p:nvSpPr>
        <p:spPr>
          <a:xfrm>
            <a:off x="609600" y="54102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61747B"/>
            </a:solidFill>
          </a:ln>
        </p:spPr>
      </p:sp>
      <p:sp>
        <p:nvSpPr>
          <p:cNvPr id="19" name="Editable 19"/>
          <p:cNvSpPr txBox="1"/>
          <p:nvPr/>
        </p:nvSpPr>
        <p:spPr>
          <a:xfrm>
            <a:off x="609600" y="5648325"/>
            <a:ext cx="25241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2200" dirty="0">
                <a:solidFill>
                  <a:srgbClr val="73D5D4"/>
                </a:solidFill>
                <a:latin typeface="Microsoft YaHei"/>
                <a:ea typeface="Microsoft YaHei"/>
                <a:cs typeface="Microsoft YaHei"/>
              </a:rPr>
              <a:t>01  Set</a:t>
            </a:r>
          </a:p>
        </p:txBody>
      </p:sp>
      <p:sp>
        <p:nvSpPr>
          <p:cNvPr id="20" name="Editable 20"/>
          <p:cNvSpPr txBox="1"/>
          <p:nvPr/>
        </p:nvSpPr>
        <p:spPr>
          <a:xfrm>
            <a:off x="3505200" y="5648325"/>
            <a:ext cx="25241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2200" dirty="0">
                <a:solidFill>
                  <a:srgbClr val="73D5D4"/>
                </a:solidFill>
                <a:latin typeface="Microsoft YaHei"/>
                <a:ea typeface="Microsoft YaHei"/>
                <a:cs typeface="Microsoft YaHei"/>
              </a:rPr>
              <a:t>02  Get</a:t>
            </a:r>
          </a:p>
        </p:txBody>
      </p:sp>
      <p:sp>
        <p:nvSpPr>
          <p:cNvPr id="21" name="Editable 21"/>
          <p:cNvSpPr txBox="1"/>
          <p:nvPr/>
        </p:nvSpPr>
        <p:spPr>
          <a:xfrm>
            <a:off x="6400800" y="5648325"/>
            <a:ext cx="25241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2200" dirty="0">
                <a:solidFill>
                  <a:srgbClr val="73D5D4"/>
                </a:solidFill>
                <a:latin typeface="Microsoft YaHei"/>
                <a:ea typeface="Microsoft YaHei"/>
                <a:cs typeface="Microsoft YaHei"/>
              </a:rPr>
              <a:t>03  Config</a:t>
            </a:r>
          </a:p>
        </p:txBody>
      </p:sp>
      <p:sp>
        <p:nvSpPr>
          <p:cNvPr id="22" name="Editable 22"/>
          <p:cNvSpPr txBox="1"/>
          <p:nvPr/>
        </p:nvSpPr>
        <p:spPr>
          <a:xfrm>
            <a:off x="9296400" y="5648325"/>
            <a:ext cx="25241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2200" dirty="0">
                <a:solidFill>
                  <a:srgbClr val="73D5D4"/>
                </a:solidFill>
                <a:latin typeface="Microsoft YaHei"/>
                <a:ea typeface="Microsoft YaHei"/>
                <a:cs typeface="Microsoft YaHei"/>
              </a:rPr>
              <a:t>04  Delay</a:t>
            </a:r>
          </a:p>
        </p:txBody>
      </p:sp>
      <p:sp>
        <p:nvSpPr>
          <p:cNvPr id="23" name="Editable 23"/>
          <p:cNvSpPr txBox="1"/>
          <p:nvPr/>
        </p:nvSpPr>
        <p:spPr>
          <a:xfrm>
            <a:off x="603504" y="6290310"/>
            <a:ext cx="28858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endParaRPr/>
          </a:p>
        </p:txBody>
      </p:sp>
      <p:sp>
        <p:nvSpPr>
          <p:cNvPr id="24" name="Editable 24"/>
          <p:cNvSpPr txBox="1"/>
          <p:nvPr/>
        </p:nvSpPr>
        <p:spPr>
          <a:xfrm>
            <a:off x="11035132" y="62903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1200" dirty="0">
                <a:solidFill>
                  <a:srgbClr val="AABDBF"/>
                </a:solidFill>
                <a:latin typeface="Microsoft YaHei"/>
                <a:ea typeface="Microsoft YaHei"/>
                <a:cs typeface="Microsoft YaHei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2"/>
          <p:cNvSpPr txBox="1"/>
          <p:nvPr/>
        </p:nvSpPr>
        <p:spPr>
          <a:xfrm>
            <a:off x="609600" y="619125"/>
            <a:ext cx="10972800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4224"/>
              </a:lnSpc>
            </a:pPr>
            <a:r>
              <a:rPr lang="zh-CN" sz="3200" b="1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Set</a:t>
            </a:r>
          </a:p>
        </p:txBody>
      </p:sp>
      <p:sp>
        <p:nvSpPr>
          <p:cNvPr id="3" name="Editable 3"/>
          <p:cNvSpPr txBox="1"/>
          <p:nvPr/>
        </p:nvSpPr>
        <p:spPr>
          <a:xfrm>
            <a:off x="11001375" y="6553200"/>
            <a:ext cx="666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84"/>
              </a:lnSpc>
            </a:pPr>
            <a:r>
              <a:rPr lang="zh-CN" sz="12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02 / 06</a:t>
            </a:r>
          </a:p>
        </p:txBody>
      </p:sp>
      <p:sp>
        <p:nvSpPr>
          <p:cNvPr id="4" name="Editable 4"/>
          <p:cNvSpPr/>
          <p:nvPr/>
        </p:nvSpPr>
        <p:spPr>
          <a:xfrm>
            <a:off x="609600" y="1419225"/>
            <a:ext cx="10972800" cy="5524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" name="Editable 5"/>
          <p:cNvSpPr txBox="1"/>
          <p:nvPr/>
        </p:nvSpPr>
        <p:spPr>
          <a:xfrm>
            <a:off x="800100" y="1571625"/>
            <a:ext cx="109537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 dirty="0">
                <a:solidFill>
                  <a:srgbClr val="14313D"/>
                </a:solidFill>
                <a:latin typeface="Consolas"/>
                <a:ea typeface="Microsoft YaHei"/>
                <a:cs typeface="Microsoft YaHei"/>
              </a:rPr>
              <a:t>Reset</a:t>
            </a:r>
          </a:p>
        </p:txBody>
      </p:sp>
      <p:sp>
        <p:nvSpPr>
          <p:cNvPr id="6" name="Editable 6"/>
          <p:cNvSpPr/>
          <p:nvPr/>
        </p:nvSpPr>
        <p:spPr>
          <a:xfrm>
            <a:off x="1914525" y="1714500"/>
            <a:ext cx="409575" cy="9525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7" name="Editable 7"/>
          <p:cNvSpPr txBox="1"/>
          <p:nvPr/>
        </p:nvSpPr>
        <p:spPr>
          <a:xfrm>
            <a:off x="2438400" y="1571625"/>
            <a:ext cx="185737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 dirty="0">
                <a:solidFill>
                  <a:srgbClr val="14313D"/>
                </a:solidFill>
                <a:latin typeface="Consolas"/>
                <a:ea typeface="Microsoft YaHei"/>
                <a:cs typeface="Microsoft YaHei"/>
              </a:rPr>
              <a:t>SystemInit()</a:t>
            </a:r>
          </a:p>
        </p:txBody>
      </p:sp>
      <p:sp>
        <p:nvSpPr>
          <p:cNvPr id="8" name="Editable 8"/>
          <p:cNvSpPr/>
          <p:nvPr/>
        </p:nvSpPr>
        <p:spPr>
          <a:xfrm>
            <a:off x="4429125" y="1714500"/>
            <a:ext cx="476250" cy="9525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9" name="Editable 9"/>
          <p:cNvSpPr txBox="1"/>
          <p:nvPr/>
        </p:nvSpPr>
        <p:spPr>
          <a:xfrm>
            <a:off x="5153025" y="1552575"/>
            <a:ext cx="300037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C 运行时 / __main</a:t>
            </a:r>
          </a:p>
        </p:txBody>
      </p:sp>
      <p:sp>
        <p:nvSpPr>
          <p:cNvPr id="10" name="Editable 10"/>
          <p:cNvSpPr/>
          <p:nvPr/>
        </p:nvSpPr>
        <p:spPr>
          <a:xfrm>
            <a:off x="8201025" y="1714500"/>
            <a:ext cx="504825" cy="9525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11" name="Editable 11"/>
          <p:cNvSpPr txBox="1"/>
          <p:nvPr/>
        </p:nvSpPr>
        <p:spPr>
          <a:xfrm>
            <a:off x="8924925" y="1571625"/>
            <a:ext cx="147637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 dirty="0">
                <a:solidFill>
                  <a:srgbClr val="14313D"/>
                </a:solidFill>
                <a:latin typeface="Consolas"/>
                <a:ea typeface="Microsoft YaHei"/>
                <a:cs typeface="Microsoft YaHei"/>
              </a:rPr>
              <a:t>main()</a:t>
            </a:r>
          </a:p>
        </p:txBody>
      </p:sp>
      <p:sp>
        <p:nvSpPr>
          <p:cNvPr id="12" name="Editable 12"/>
          <p:cNvSpPr txBox="1"/>
          <p:nvPr/>
        </p:nvSpPr>
        <p:spPr>
          <a:xfrm>
            <a:off x="609600" y="2162175"/>
            <a:ext cx="142875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904"/>
              </a:lnSpc>
            </a:pPr>
            <a:r>
              <a:rPr lang="zh-CN" sz="2200" b="1" dirty="0">
                <a:solidFill>
                  <a:srgbClr val="DB6B30"/>
                </a:solidFill>
                <a:latin typeface="Microsoft YaHei"/>
                <a:ea typeface="Microsoft YaHei"/>
                <a:cs typeface="Microsoft YaHei"/>
              </a:rPr>
              <a:t>STD</a:t>
            </a:r>
          </a:p>
        </p:txBody>
      </p:sp>
      <p:sp>
        <p:nvSpPr>
          <p:cNvPr id="13" name="Editable 13"/>
          <p:cNvSpPr txBox="1"/>
          <p:nvPr/>
        </p:nvSpPr>
        <p:spPr>
          <a:xfrm>
            <a:off x="609600" y="2676525"/>
            <a:ext cx="52959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 dirty="0">
                <a:solidFill>
                  <a:srgbClr val="14313D"/>
                </a:solidFill>
                <a:latin typeface="Consolas"/>
                <a:ea typeface="Microsoft YaHei"/>
                <a:cs typeface="Microsoft YaHei"/>
              </a:rPr>
              <a:t>SystemInit() → SetSysClock()</a:t>
            </a:r>
          </a:p>
        </p:txBody>
      </p:sp>
      <p:sp>
        <p:nvSpPr>
          <p:cNvPr id="14" name="Editable 14"/>
          <p:cNvSpPr txBox="1"/>
          <p:nvPr/>
        </p:nvSpPr>
        <p:spPr>
          <a:xfrm>
            <a:off x="6191250" y="2162175"/>
            <a:ext cx="539115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640"/>
              </a:lnSpc>
            </a:pPr>
            <a:r>
              <a:rPr lang="zh-CN" sz="2000" b="1" dirty="0">
                <a:solidFill>
                  <a:srgbClr val="148596"/>
                </a:solidFill>
                <a:latin typeface="Microsoft YaHei"/>
                <a:ea typeface="Microsoft YaHei"/>
                <a:cs typeface="Microsoft YaHei"/>
              </a:rPr>
              <a:t>HAL · SystemInit 基础配置</a:t>
            </a:r>
          </a:p>
        </p:txBody>
      </p:sp>
      <p:sp>
        <p:nvSpPr>
          <p:cNvPr id="15" name="Editable 15"/>
          <p:cNvSpPr txBox="1"/>
          <p:nvPr/>
        </p:nvSpPr>
        <p:spPr>
          <a:xfrm>
            <a:off x="6191250" y="2667000"/>
            <a:ext cx="5381625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 dirty="0">
                <a:solidFill>
                  <a:srgbClr val="14313D"/>
                </a:solidFill>
                <a:latin typeface="Consolas"/>
                <a:ea typeface="Microsoft YaHei"/>
                <a:cs typeface="Microsoft YaHei"/>
              </a:rPr>
              <a:t>HAL_Init → SystemClock_Config</a:t>
            </a:r>
          </a:p>
        </p:txBody>
      </p:sp>
      <p:sp>
        <p:nvSpPr>
          <p:cNvPr id="16" name="Editable 16"/>
          <p:cNvSpPr txBox="1"/>
          <p:nvPr/>
        </p:nvSpPr>
        <p:spPr>
          <a:xfrm>
            <a:off x="6191250" y="3038475"/>
            <a:ext cx="5381625" cy="600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600" dirty="0">
                <a:solidFill>
                  <a:srgbClr val="14313D"/>
                </a:solidFill>
                <a:latin typeface="Consolas"/>
                <a:ea typeface="Microsoft YaHei"/>
                <a:cs typeface="Microsoft YaHei"/>
              </a:rPr>
              <a:t>  ↳ HAL_RCC_OscConfig()</a:t>
            </a:r>
          </a:p>
          <a:p>
            <a:pPr algn="l">
              <a:lnSpc>
                <a:spcPts val="2100"/>
              </a:lnSpc>
            </a:pPr>
            <a:r>
              <a:rPr lang="en-US" sz="1600" dirty="0">
                <a:solidFill>
                  <a:srgbClr val="14313D"/>
                </a:solidFill>
                <a:latin typeface="Consolas"/>
                <a:ea typeface="Microsoft YaHei"/>
                <a:cs typeface="Microsoft YaHei"/>
              </a:rPr>
              <a:t>  ↳ HAL_RCC_ClockConfig()</a:t>
            </a:r>
          </a:p>
        </p:txBody>
      </p:sp>
      <p:sp>
        <p:nvSpPr>
          <p:cNvPr id="17" name="Editable 17"/>
          <p:cNvSpPr/>
          <p:nvPr/>
        </p:nvSpPr>
        <p:spPr>
          <a:xfrm>
            <a:off x="609600" y="37242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8" name="Editable 18"/>
          <p:cNvSpPr txBox="1"/>
          <p:nvPr/>
        </p:nvSpPr>
        <p:spPr>
          <a:xfrm>
            <a:off x="609600" y="3905250"/>
            <a:ext cx="5362575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904"/>
              </a:lnSpc>
            </a:pPr>
            <a:r>
              <a:rPr lang="zh-CN" sz="2200" dirty="0">
                <a:solidFill>
                  <a:srgbClr val="148596"/>
                </a:solidFill>
                <a:latin typeface="Microsoft YaHei"/>
                <a:ea typeface="Microsoft YaHei"/>
                <a:cs typeface="Microsoft YaHei"/>
              </a:rPr>
              <a:t>SYSCLK = HSE ÷ M × N ÷ P</a:t>
            </a:r>
          </a:p>
        </p:txBody>
      </p:sp>
      <p:sp>
        <p:nvSpPr>
          <p:cNvPr id="19" name="Editable 19"/>
          <p:cNvSpPr txBox="1"/>
          <p:nvPr/>
        </p:nvSpPr>
        <p:spPr>
          <a:xfrm>
            <a:off x="609600" y="4505325"/>
            <a:ext cx="5372100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700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HAL：8 ÷ 8 × 336 ÷ 2 = 168 MHz</a:t>
            </a:r>
          </a:p>
          <a:p>
            <a:pPr algn="l">
              <a:lnSpc>
                <a:spcPts val="2700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STD：25 ÷ 25 × 336 ÷ 2 = 168 MHz</a:t>
            </a:r>
          </a:p>
        </p:txBody>
      </p:sp>
      <p:sp>
        <p:nvSpPr>
          <p:cNvPr id="20" name="Editable 20"/>
          <p:cNvSpPr txBox="1"/>
          <p:nvPr/>
        </p:nvSpPr>
        <p:spPr>
          <a:xfrm>
            <a:off x="609600" y="5381625"/>
            <a:ext cx="5372100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600"/>
              </a:lnSpc>
            </a:pPr>
            <a:r>
              <a:rPr lang="zh-CN" sz="1800" dirty="0">
                <a:solidFill>
                  <a:srgbClr val="DB6B30"/>
                </a:solidFill>
                <a:latin typeface="Microsoft YaHei"/>
                <a:ea typeface="Microsoft YaHei"/>
                <a:cs typeface="Microsoft YaHei"/>
              </a:rPr>
              <a:t>HAL 原例 Q4：84 MHz ＞ 75 MHz</a:t>
            </a:r>
          </a:p>
          <a:p>
            <a:pPr algn="l">
              <a:lnSpc>
                <a:spcPts val="2600"/>
              </a:lnSpc>
            </a:pPr>
            <a:r>
              <a:rPr lang="zh-CN" sz="1800" dirty="0">
                <a:solidFill>
                  <a:srgbClr val="DB6B30"/>
                </a:solidFill>
                <a:latin typeface="Microsoft YaHei"/>
                <a:ea typeface="Microsoft YaHei"/>
                <a:cs typeface="Microsoft YaHei"/>
              </a:rPr>
              <a:t>Q7：48 MHz / 建议值、STD 原例</a:t>
            </a:r>
          </a:p>
        </p:txBody>
      </p:sp>
      <p:sp>
        <p:nvSpPr>
          <p:cNvPr id="21" name="Editable 21"/>
          <p:cNvSpPr txBox="1"/>
          <p:nvPr/>
        </p:nvSpPr>
        <p:spPr>
          <a:xfrm>
            <a:off x="609600" y="6200775"/>
            <a:ext cx="539115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12"/>
              </a:lnSpc>
            </a:pPr>
            <a:r>
              <a:rPr lang="en-US" sz="1600" dirty="0">
                <a:solidFill>
                  <a:srgbClr val="617A82"/>
                </a:solidFill>
                <a:latin typeface="Consolas"/>
                <a:ea typeface="Microsoft YaHei"/>
                <a:cs typeface="Microsoft YaHei"/>
              </a:rPr>
              <a:t>8 MHz：HSE_VALUE=8 MHz，M=8</a:t>
            </a:r>
          </a:p>
        </p:txBody>
      </p:sp>
      <p:sp>
        <p:nvSpPr>
          <p:cNvPr id="22" name="Editable 22"/>
          <p:cNvSpPr txBox="1"/>
          <p:nvPr/>
        </p:nvSpPr>
        <p:spPr>
          <a:xfrm>
            <a:off x="6191250" y="3943350"/>
            <a:ext cx="5400675" cy="1200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3000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AHB ÷1：HCLK 168 MHz</a:t>
            </a:r>
          </a:p>
          <a:p>
            <a:pPr algn="l">
              <a:lnSpc>
                <a:spcPts val="3000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APB1 ÷4：PCLK1 42 MHz / TIM 84 MHz</a:t>
            </a:r>
          </a:p>
          <a:p>
            <a:pPr algn="l">
              <a:lnSpc>
                <a:spcPts val="3000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APB2 ÷2：PCLK2 84 MHz / TIM 168 MHz</a:t>
            </a:r>
          </a:p>
        </p:txBody>
      </p:sp>
      <p:sp>
        <p:nvSpPr>
          <p:cNvPr id="23" name="Editable 23"/>
          <p:cNvSpPr txBox="1"/>
          <p:nvPr/>
        </p:nvSpPr>
        <p:spPr>
          <a:xfrm>
            <a:off x="6191250" y="5314950"/>
            <a:ext cx="5381625" cy="733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600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APB ÷1：TIM=PCLK</a:t>
            </a:r>
          </a:p>
          <a:p>
            <a:pPr algn="l">
              <a:lnSpc>
                <a:spcPts val="2600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其余分频：TIM=2×PCLK</a:t>
            </a:r>
          </a:p>
        </p:txBody>
      </p:sp>
      <p:sp>
        <p:nvSpPr>
          <p:cNvPr id="24" name="Editable 24"/>
          <p:cNvSpPr txBox="1"/>
          <p:nvPr/>
        </p:nvSpPr>
        <p:spPr>
          <a:xfrm>
            <a:off x="6191250" y="6200775"/>
            <a:ext cx="54102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168 MHz / 2.7–3.6 V：Flash 5 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2"/>
          <p:cNvSpPr txBox="1"/>
          <p:nvPr/>
        </p:nvSpPr>
        <p:spPr>
          <a:xfrm>
            <a:off x="609600" y="619125"/>
            <a:ext cx="10972800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4224"/>
              </a:lnSpc>
            </a:pPr>
            <a:r>
              <a:rPr lang="zh-CN" sz="3200" b="1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Get</a:t>
            </a:r>
          </a:p>
        </p:txBody>
      </p:sp>
      <p:sp>
        <p:nvSpPr>
          <p:cNvPr id="3" name="Editable 3"/>
          <p:cNvSpPr txBox="1"/>
          <p:nvPr/>
        </p:nvSpPr>
        <p:spPr>
          <a:xfrm>
            <a:off x="11001375" y="6553200"/>
            <a:ext cx="666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84"/>
              </a:lnSpc>
            </a:pPr>
            <a:r>
              <a:rPr lang="zh-CN" sz="12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03 / 06</a:t>
            </a:r>
          </a:p>
        </p:txBody>
      </p:sp>
      <p:sp>
        <p:nvSpPr>
          <p:cNvPr id="4" name="Editable 4"/>
          <p:cNvSpPr txBox="1"/>
          <p:nvPr/>
        </p:nvSpPr>
        <p:spPr>
          <a:xfrm>
            <a:off x="609600" y="1571625"/>
            <a:ext cx="67627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904"/>
              </a:lnSpc>
            </a:pPr>
            <a:r>
              <a:rPr lang="zh-CN" sz="2200" b="1" dirty="0">
                <a:solidFill>
                  <a:srgbClr val="148596"/>
                </a:solidFill>
                <a:latin typeface="Microsoft YaHei"/>
                <a:ea typeface="Microsoft YaHei"/>
                <a:cs typeface="Microsoft YaHei"/>
              </a:rPr>
              <a:t>时钟频率 / Hz</a:t>
            </a:r>
          </a:p>
        </p:txBody>
      </p:sp>
      <p:sp>
        <p:nvSpPr>
          <p:cNvPr id="5" name="Editable 5"/>
          <p:cNvSpPr/>
          <p:nvPr/>
        </p:nvSpPr>
        <p:spPr>
          <a:xfrm>
            <a:off x="609600" y="2066925"/>
            <a:ext cx="676275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6" name="Editable 6"/>
          <p:cNvSpPr txBox="1"/>
          <p:nvPr/>
        </p:nvSpPr>
        <p:spPr>
          <a:xfrm>
            <a:off x="609600" y="2305050"/>
            <a:ext cx="4581525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12"/>
              </a:lnSpc>
            </a:pPr>
            <a:r>
              <a:rPr lang="en-US" sz="1600" dirty="0">
                <a:solidFill>
                  <a:srgbClr val="14313D"/>
                </a:solidFill>
                <a:latin typeface="Consolas"/>
                <a:ea typeface="Microsoft YaHei"/>
                <a:cs typeface="Microsoft YaHei"/>
              </a:rPr>
              <a:t>HAL_RCC_GetSysClockFreq()</a:t>
            </a:r>
          </a:p>
        </p:txBody>
      </p:sp>
      <p:sp>
        <p:nvSpPr>
          <p:cNvPr id="7" name="Editable 7"/>
          <p:cNvSpPr txBox="1"/>
          <p:nvPr/>
        </p:nvSpPr>
        <p:spPr>
          <a:xfrm>
            <a:off x="5305425" y="2295525"/>
            <a:ext cx="2066925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lnSpc>
                <a:spcPts val="2772"/>
              </a:lnSpc>
            </a:pPr>
            <a:r>
              <a:rPr lang="en-US" sz="2100" dirty="0">
                <a:solidFill>
                  <a:srgbClr val="148596"/>
                </a:solidFill>
                <a:latin typeface="Consolas"/>
                <a:ea typeface="Microsoft YaHei"/>
                <a:cs typeface="Microsoft YaHei"/>
              </a:rPr>
              <a:t>168 000 000</a:t>
            </a:r>
          </a:p>
        </p:txBody>
      </p:sp>
      <p:sp>
        <p:nvSpPr>
          <p:cNvPr id="8" name="Editable 8"/>
          <p:cNvSpPr txBox="1"/>
          <p:nvPr/>
        </p:nvSpPr>
        <p:spPr>
          <a:xfrm>
            <a:off x="609600" y="2828925"/>
            <a:ext cx="4581525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12"/>
              </a:lnSpc>
            </a:pPr>
            <a:r>
              <a:rPr lang="en-US" sz="1600" dirty="0">
                <a:solidFill>
                  <a:srgbClr val="14313D"/>
                </a:solidFill>
                <a:latin typeface="Consolas"/>
                <a:ea typeface="Microsoft YaHei"/>
                <a:cs typeface="Microsoft YaHei"/>
              </a:rPr>
              <a:t>HAL_RCC_GetHCLKFreq()</a:t>
            </a:r>
          </a:p>
        </p:txBody>
      </p:sp>
      <p:sp>
        <p:nvSpPr>
          <p:cNvPr id="9" name="Editable 9"/>
          <p:cNvSpPr txBox="1"/>
          <p:nvPr/>
        </p:nvSpPr>
        <p:spPr>
          <a:xfrm>
            <a:off x="5305425" y="2819400"/>
            <a:ext cx="2066925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lnSpc>
                <a:spcPts val="2772"/>
              </a:lnSpc>
            </a:pPr>
            <a:r>
              <a:rPr lang="en-US" sz="2100" dirty="0">
                <a:solidFill>
                  <a:srgbClr val="148596"/>
                </a:solidFill>
                <a:latin typeface="Consolas"/>
                <a:ea typeface="Microsoft YaHei"/>
                <a:cs typeface="Microsoft YaHei"/>
              </a:rPr>
              <a:t>168 000 000</a:t>
            </a:r>
          </a:p>
        </p:txBody>
      </p:sp>
      <p:sp>
        <p:nvSpPr>
          <p:cNvPr id="10" name="Editable 10"/>
          <p:cNvSpPr txBox="1"/>
          <p:nvPr/>
        </p:nvSpPr>
        <p:spPr>
          <a:xfrm>
            <a:off x="609600" y="3352800"/>
            <a:ext cx="4581525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12"/>
              </a:lnSpc>
            </a:pPr>
            <a:r>
              <a:rPr lang="en-US" sz="1600" dirty="0">
                <a:solidFill>
                  <a:srgbClr val="14313D"/>
                </a:solidFill>
                <a:latin typeface="Consolas"/>
                <a:ea typeface="Microsoft YaHei"/>
                <a:cs typeface="Microsoft YaHei"/>
              </a:rPr>
              <a:t>HAL_RCC_GetPCLK1Freq()</a:t>
            </a:r>
          </a:p>
        </p:txBody>
      </p:sp>
      <p:sp>
        <p:nvSpPr>
          <p:cNvPr id="11" name="Editable 11"/>
          <p:cNvSpPr txBox="1"/>
          <p:nvPr/>
        </p:nvSpPr>
        <p:spPr>
          <a:xfrm>
            <a:off x="5305425" y="3343275"/>
            <a:ext cx="2066925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lnSpc>
                <a:spcPts val="2772"/>
              </a:lnSpc>
            </a:pPr>
            <a:r>
              <a:rPr lang="en-US" sz="2100" dirty="0">
                <a:solidFill>
                  <a:srgbClr val="148596"/>
                </a:solidFill>
                <a:latin typeface="Consolas"/>
                <a:ea typeface="Microsoft YaHei"/>
                <a:cs typeface="Microsoft YaHei"/>
              </a:rPr>
              <a:t>42 000 000</a:t>
            </a:r>
          </a:p>
        </p:txBody>
      </p:sp>
      <p:sp>
        <p:nvSpPr>
          <p:cNvPr id="12" name="Editable 12"/>
          <p:cNvSpPr txBox="1"/>
          <p:nvPr/>
        </p:nvSpPr>
        <p:spPr>
          <a:xfrm>
            <a:off x="609600" y="3876675"/>
            <a:ext cx="4581525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12"/>
              </a:lnSpc>
            </a:pPr>
            <a:r>
              <a:rPr lang="en-US" sz="1600" dirty="0">
                <a:solidFill>
                  <a:srgbClr val="14313D"/>
                </a:solidFill>
                <a:latin typeface="Consolas"/>
                <a:ea typeface="Microsoft YaHei"/>
                <a:cs typeface="Microsoft YaHei"/>
              </a:rPr>
              <a:t>HAL_RCC_GetPCLK2Freq()</a:t>
            </a:r>
          </a:p>
        </p:txBody>
      </p:sp>
      <p:sp>
        <p:nvSpPr>
          <p:cNvPr id="13" name="Editable 13"/>
          <p:cNvSpPr txBox="1"/>
          <p:nvPr/>
        </p:nvSpPr>
        <p:spPr>
          <a:xfrm>
            <a:off x="5305425" y="3867150"/>
            <a:ext cx="2066925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lnSpc>
                <a:spcPts val="2772"/>
              </a:lnSpc>
            </a:pPr>
            <a:r>
              <a:rPr lang="en-US" sz="2100" dirty="0">
                <a:solidFill>
                  <a:srgbClr val="148596"/>
                </a:solidFill>
                <a:latin typeface="Consolas"/>
                <a:ea typeface="Microsoft YaHei"/>
                <a:cs typeface="Microsoft YaHei"/>
              </a:rPr>
              <a:t>84 000 000</a:t>
            </a:r>
          </a:p>
        </p:txBody>
      </p:sp>
      <p:sp>
        <p:nvSpPr>
          <p:cNvPr id="14" name="Editable 14"/>
          <p:cNvSpPr/>
          <p:nvPr/>
        </p:nvSpPr>
        <p:spPr>
          <a:xfrm>
            <a:off x="609600" y="4648200"/>
            <a:ext cx="6762750" cy="866775"/>
          </a:xfrm>
          <a:prstGeom prst="roundRect">
            <a:avLst>
              <a:gd name="adj" fmla="val 9195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5" name="Editable 15"/>
          <p:cNvSpPr txBox="1"/>
          <p:nvPr/>
        </p:nvSpPr>
        <p:spPr>
          <a:xfrm>
            <a:off x="809625" y="4772025"/>
            <a:ext cx="74295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ADC2C6"/>
                </a:solidFill>
                <a:latin typeface="Microsoft YaHei"/>
                <a:ea typeface="Microsoft YaHei"/>
                <a:cs typeface="Microsoft YaHei"/>
              </a:rPr>
              <a:t>STD</a:t>
            </a:r>
          </a:p>
        </p:txBody>
      </p:sp>
      <p:sp>
        <p:nvSpPr>
          <p:cNvPr id="16" name="Editable 16"/>
          <p:cNvSpPr txBox="1"/>
          <p:nvPr/>
        </p:nvSpPr>
        <p:spPr>
          <a:xfrm>
            <a:off x="1666875" y="4972050"/>
            <a:ext cx="552450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12"/>
              </a:lnSpc>
            </a:pPr>
            <a:r>
              <a:rPr lang="en-US" sz="1600" dirty="0">
                <a:solidFill>
                  <a:srgbClr val="F5F6F2"/>
                </a:solidFill>
                <a:latin typeface="Consolas"/>
                <a:ea typeface="Microsoft YaHei"/>
                <a:cs typeface="Microsoft YaHei"/>
              </a:rPr>
              <a:t>RCC_GetClocksFreq(&amp;RCC_Clocks);</a:t>
            </a:r>
          </a:p>
        </p:txBody>
      </p:sp>
      <p:sp>
        <p:nvSpPr>
          <p:cNvPr id="17" name="Editable 17"/>
          <p:cNvSpPr txBox="1"/>
          <p:nvPr/>
        </p:nvSpPr>
        <p:spPr>
          <a:xfrm>
            <a:off x="7991475" y="1571625"/>
            <a:ext cx="36004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904"/>
              </a:lnSpc>
            </a:pPr>
            <a:r>
              <a:rPr lang="zh-CN" sz="2200" b="1" dirty="0">
                <a:solidFill>
                  <a:srgbClr val="DB6B30"/>
                </a:solidFill>
                <a:latin typeface="Microsoft YaHei"/>
                <a:ea typeface="Microsoft YaHei"/>
                <a:cs typeface="Microsoft YaHei"/>
              </a:rPr>
              <a:t>累计时间 / ms</a:t>
            </a:r>
          </a:p>
        </p:txBody>
      </p:sp>
      <p:sp>
        <p:nvSpPr>
          <p:cNvPr id="18" name="Editable 18"/>
          <p:cNvSpPr/>
          <p:nvPr/>
        </p:nvSpPr>
        <p:spPr>
          <a:xfrm>
            <a:off x="7991475" y="2066925"/>
            <a:ext cx="3590925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9" name="Editable 19"/>
          <p:cNvSpPr txBox="1"/>
          <p:nvPr/>
        </p:nvSpPr>
        <p:spPr>
          <a:xfrm>
            <a:off x="7991475" y="2352675"/>
            <a:ext cx="3590925" cy="504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300" dirty="0">
                <a:solidFill>
                  <a:srgbClr val="148596"/>
                </a:solidFill>
                <a:latin typeface="Consolas"/>
                <a:ea typeface="Microsoft YaHei"/>
                <a:cs typeface="Microsoft YaHei"/>
              </a:rPr>
              <a:t>HAL_GetTick()</a:t>
            </a:r>
          </a:p>
        </p:txBody>
      </p:sp>
      <p:sp>
        <p:nvSpPr>
          <p:cNvPr id="20" name="Editable 20"/>
          <p:cNvSpPr txBox="1"/>
          <p:nvPr/>
        </p:nvSpPr>
        <p:spPr>
          <a:xfrm>
            <a:off x="7991475" y="3038475"/>
            <a:ext cx="3590925" cy="857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800"/>
              </a:lnSpc>
            </a:pPr>
            <a:r>
              <a:rPr lang="zh-CN" sz="20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uwTick / ms</a:t>
            </a:r>
          </a:p>
          <a:p>
            <a:pPr algn="l">
              <a:lnSpc>
                <a:spcPts val="2800"/>
              </a:lnSpc>
            </a:pPr>
            <a:r>
              <a:rPr lang="zh-CN" sz="20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默认每 tick 累加 1 ms</a:t>
            </a:r>
          </a:p>
        </p:txBody>
      </p:sp>
      <p:sp>
        <p:nvSpPr>
          <p:cNvPr id="21" name="Editable 21"/>
          <p:cNvSpPr/>
          <p:nvPr/>
        </p:nvSpPr>
        <p:spPr>
          <a:xfrm>
            <a:off x="7991475" y="4124325"/>
            <a:ext cx="3590925" cy="1390650"/>
          </a:xfrm>
          <a:prstGeom prst="roundRect">
            <a:avLst>
              <a:gd name="adj" fmla="val 5229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22" name="Editable 22"/>
          <p:cNvSpPr txBox="1"/>
          <p:nvPr/>
        </p:nvSpPr>
        <p:spPr>
          <a:xfrm>
            <a:off x="8210550" y="4267200"/>
            <a:ext cx="3162300" cy="1133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600" dirty="0">
                <a:solidFill>
                  <a:srgbClr val="F5F6F2"/>
                </a:solidFill>
                <a:latin typeface="Consolas"/>
                <a:ea typeface="Microsoft YaHei"/>
                <a:cs typeface="Microsoft YaHei"/>
              </a:rPr>
              <a:t>HAL_GetTick()</a:t>
            </a:r>
          </a:p>
          <a:p>
            <a:pPr algn="l">
              <a:lnSpc>
                <a:spcPts val="2000"/>
              </a:lnSpc>
            </a:pPr>
            <a:r>
              <a:rPr lang="en-US" sz="1600" dirty="0">
                <a:solidFill>
                  <a:srgbClr val="F5F6F2"/>
                </a:solidFill>
                <a:latin typeface="Consolas"/>
                <a:ea typeface="Microsoft YaHei"/>
                <a:cs typeface="Microsoft YaHei"/>
              </a:rPr>
              <a:t>{</a:t>
            </a:r>
          </a:p>
          <a:p>
            <a:pPr algn="l">
              <a:lnSpc>
                <a:spcPts val="2000"/>
              </a:lnSpc>
            </a:pPr>
            <a:r>
              <a:rPr lang="en-US" sz="1600" dirty="0">
                <a:solidFill>
                  <a:srgbClr val="F5F6F2"/>
                </a:solidFill>
                <a:latin typeface="Consolas"/>
                <a:ea typeface="Microsoft YaHei"/>
                <a:cs typeface="Microsoft YaHei"/>
              </a:rPr>
              <a:t>  return uwTick;</a:t>
            </a:r>
          </a:p>
          <a:p>
            <a:pPr algn="l">
              <a:lnSpc>
                <a:spcPts val="2000"/>
              </a:lnSpc>
            </a:pPr>
            <a:r>
              <a:rPr lang="en-US" sz="1600" dirty="0">
                <a:solidFill>
                  <a:srgbClr val="F5F6F2"/>
                </a:solidFill>
                <a:latin typeface="Consolas"/>
                <a:ea typeface="Microsoft YaHei"/>
                <a:cs typeface="Microsoft YaHei"/>
              </a:rPr>
              <a:t>}</a:t>
            </a:r>
          </a:p>
        </p:txBody>
      </p:sp>
      <p:sp>
        <p:nvSpPr>
          <p:cNvPr id="23" name="Editable 23"/>
          <p:cNvSpPr txBox="1"/>
          <p:nvPr/>
        </p:nvSpPr>
        <p:spPr>
          <a:xfrm>
            <a:off x="609600" y="5848350"/>
            <a:ext cx="1097280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600"/>
              </a:lnSpc>
            </a:pPr>
            <a:r>
              <a:rPr lang="zh-CN" sz="18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SYSCLK：寄存器 + HSE_VALUE 反算</a:t>
            </a:r>
          </a:p>
          <a:p>
            <a:pPr algn="l">
              <a:lnSpc>
                <a:spcPts val="2600"/>
              </a:lnSpc>
            </a:pPr>
            <a:r>
              <a:rPr lang="zh-CN" sz="18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HCLK：SystemCoreClock 软件记录；SystemCoreClockUpdate() 刷新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2"/>
          <p:cNvSpPr txBox="1"/>
          <p:nvPr/>
        </p:nvSpPr>
        <p:spPr>
          <a:xfrm>
            <a:off x="609600" y="619125"/>
            <a:ext cx="10972800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4224"/>
              </a:lnSpc>
            </a:pPr>
            <a:r>
              <a:rPr lang="zh-CN" sz="3200" b="1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Config</a:t>
            </a:r>
          </a:p>
        </p:txBody>
      </p:sp>
      <p:sp>
        <p:nvSpPr>
          <p:cNvPr id="3" name="Editable 3"/>
          <p:cNvSpPr txBox="1"/>
          <p:nvPr/>
        </p:nvSpPr>
        <p:spPr>
          <a:xfrm>
            <a:off x="11001375" y="6553200"/>
            <a:ext cx="666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84"/>
              </a:lnSpc>
            </a:pPr>
            <a:r>
              <a:rPr lang="zh-CN" sz="12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04 / 06</a:t>
            </a:r>
          </a:p>
        </p:txBody>
      </p:sp>
      <p:sp>
        <p:nvSpPr>
          <p:cNvPr id="4" name="Editable 4"/>
          <p:cNvSpPr txBox="1"/>
          <p:nvPr/>
        </p:nvSpPr>
        <p:spPr>
          <a:xfrm>
            <a:off x="609600" y="1609725"/>
            <a:ext cx="109728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640"/>
              </a:lnSpc>
            </a:pPr>
            <a:r>
              <a:rPr lang="zh-CN" sz="20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24 位递减：装载 → 递减 → 到零中断 → 重装</a:t>
            </a:r>
          </a:p>
        </p:txBody>
      </p:sp>
      <p:sp>
        <p:nvSpPr>
          <p:cNvPr id="5" name="Editable 5"/>
          <p:cNvSpPr txBox="1"/>
          <p:nvPr/>
        </p:nvSpPr>
        <p:spPr>
          <a:xfrm>
            <a:off x="609600" y="2219325"/>
            <a:ext cx="7058025" cy="523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300" dirty="0">
                <a:solidFill>
                  <a:srgbClr val="148596"/>
                </a:solidFill>
                <a:latin typeface="Consolas"/>
                <a:ea typeface="Microsoft YaHei"/>
                <a:cs typeface="Microsoft YaHei"/>
              </a:rPr>
              <a:t>T = (LOAD + 1) / fSysTick</a:t>
            </a:r>
          </a:p>
        </p:txBody>
      </p:sp>
      <p:sp>
        <p:nvSpPr>
          <p:cNvPr id="6" name="Editable 6"/>
          <p:cNvSpPr txBox="1"/>
          <p:nvPr/>
        </p:nvSpPr>
        <p:spPr>
          <a:xfrm>
            <a:off x="7953375" y="2238375"/>
            <a:ext cx="3629025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640"/>
              </a:lnSpc>
            </a:pPr>
            <a:r>
              <a:rPr lang="zh-CN" sz="20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计数时钟：HCLK</a:t>
            </a:r>
          </a:p>
        </p:txBody>
      </p:sp>
      <p:sp>
        <p:nvSpPr>
          <p:cNvPr id="7" name="Editable 7"/>
          <p:cNvSpPr/>
          <p:nvPr/>
        </p:nvSpPr>
        <p:spPr>
          <a:xfrm>
            <a:off x="609600" y="2857500"/>
            <a:ext cx="51816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8" name="Editable 8"/>
          <p:cNvSpPr/>
          <p:nvPr/>
        </p:nvSpPr>
        <p:spPr>
          <a:xfrm>
            <a:off x="6248400" y="28575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9" name="Editable 9"/>
          <p:cNvSpPr txBox="1"/>
          <p:nvPr/>
        </p:nvSpPr>
        <p:spPr>
          <a:xfrm>
            <a:off x="609600" y="3048000"/>
            <a:ext cx="51816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904"/>
              </a:lnSpc>
            </a:pPr>
            <a:r>
              <a:rPr lang="zh-CN" sz="2200" dirty="0">
                <a:solidFill>
                  <a:srgbClr val="DB6B30"/>
                </a:solidFill>
                <a:latin typeface="Microsoft YaHei"/>
                <a:ea typeface="Microsoft YaHei"/>
                <a:cs typeface="Microsoft YaHei"/>
              </a:rPr>
              <a:t>STD · HCLK / 100</a:t>
            </a:r>
          </a:p>
        </p:txBody>
      </p:sp>
      <p:sp>
        <p:nvSpPr>
          <p:cNvPr id="10" name="Editable 10"/>
          <p:cNvSpPr txBox="1"/>
          <p:nvPr/>
        </p:nvSpPr>
        <p:spPr>
          <a:xfrm>
            <a:off x="6248400" y="3048000"/>
            <a:ext cx="53340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904"/>
              </a:lnSpc>
            </a:pPr>
            <a:r>
              <a:rPr lang="zh-CN" sz="2200" dirty="0">
                <a:solidFill>
                  <a:srgbClr val="148596"/>
                </a:solidFill>
                <a:latin typeface="Microsoft YaHei"/>
                <a:ea typeface="Microsoft YaHei"/>
                <a:cs typeface="Microsoft YaHei"/>
              </a:rPr>
              <a:t>HAL · HCLK / 1000</a:t>
            </a:r>
          </a:p>
        </p:txBody>
      </p:sp>
      <p:sp>
        <p:nvSpPr>
          <p:cNvPr id="11" name="Editable 11"/>
          <p:cNvSpPr txBox="1"/>
          <p:nvPr/>
        </p:nvSpPr>
        <p:spPr>
          <a:xfrm>
            <a:off x="609600" y="3543300"/>
            <a:ext cx="1571625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6732"/>
              </a:lnSpc>
            </a:pPr>
            <a:r>
              <a:rPr lang="zh-CN" sz="51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2" name="Editable 12"/>
          <p:cNvSpPr txBox="1"/>
          <p:nvPr/>
        </p:nvSpPr>
        <p:spPr>
          <a:xfrm>
            <a:off x="1943100" y="3895725"/>
            <a:ext cx="1123950" cy="485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3432"/>
              </a:lnSpc>
            </a:pPr>
            <a:r>
              <a:rPr lang="zh-CN" sz="26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ms</a:t>
            </a:r>
          </a:p>
        </p:txBody>
      </p:sp>
      <p:sp>
        <p:nvSpPr>
          <p:cNvPr id="13" name="Editable 13"/>
          <p:cNvSpPr txBox="1"/>
          <p:nvPr/>
        </p:nvSpPr>
        <p:spPr>
          <a:xfrm>
            <a:off x="6248400" y="3543300"/>
            <a:ext cx="952500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6732"/>
              </a:lnSpc>
            </a:pPr>
            <a:r>
              <a:rPr lang="zh-CN" sz="51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Editable 14"/>
          <p:cNvSpPr txBox="1"/>
          <p:nvPr/>
        </p:nvSpPr>
        <p:spPr>
          <a:xfrm>
            <a:off x="6981825" y="3895725"/>
            <a:ext cx="1123950" cy="485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3432"/>
              </a:lnSpc>
            </a:pPr>
            <a:r>
              <a:rPr lang="zh-CN" sz="26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ms</a:t>
            </a:r>
          </a:p>
        </p:txBody>
      </p:sp>
      <p:sp>
        <p:nvSpPr>
          <p:cNvPr id="15" name="Editable 15"/>
          <p:cNvSpPr txBox="1"/>
          <p:nvPr/>
        </p:nvSpPr>
        <p:spPr>
          <a:xfrm>
            <a:off x="609600" y="4457700"/>
            <a:ext cx="5181600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000" dirty="0">
                <a:solidFill>
                  <a:srgbClr val="14313D"/>
                </a:solidFill>
                <a:latin typeface="Consolas"/>
                <a:ea typeface="Microsoft YaHei"/>
                <a:cs typeface="Microsoft YaHei"/>
              </a:rPr>
              <a:t>ticks = 1 680 000</a:t>
            </a:r>
          </a:p>
          <a:p>
            <a:pPr algn="l">
              <a:lnSpc>
                <a:spcPts val="2700"/>
              </a:lnSpc>
            </a:pPr>
            <a:r>
              <a:rPr lang="en-US" sz="2000" dirty="0">
                <a:solidFill>
                  <a:srgbClr val="14313D"/>
                </a:solidFill>
                <a:latin typeface="Consolas"/>
                <a:ea typeface="Microsoft YaHei"/>
                <a:cs typeface="Microsoft YaHei"/>
              </a:rPr>
              <a:t>LOAD  = 1 679 999</a:t>
            </a:r>
          </a:p>
        </p:txBody>
      </p:sp>
      <p:sp>
        <p:nvSpPr>
          <p:cNvPr id="16" name="Editable 16"/>
          <p:cNvSpPr txBox="1"/>
          <p:nvPr/>
        </p:nvSpPr>
        <p:spPr>
          <a:xfrm>
            <a:off x="6248400" y="4457700"/>
            <a:ext cx="5334000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000" dirty="0">
                <a:solidFill>
                  <a:srgbClr val="14313D"/>
                </a:solidFill>
                <a:latin typeface="Consolas"/>
                <a:ea typeface="Microsoft YaHei"/>
                <a:cs typeface="Microsoft YaHei"/>
              </a:rPr>
              <a:t>ticks = 168 000</a:t>
            </a:r>
          </a:p>
          <a:p>
            <a:pPr algn="l">
              <a:lnSpc>
                <a:spcPts val="2700"/>
              </a:lnSpc>
            </a:pPr>
            <a:r>
              <a:rPr lang="en-US" sz="2000" dirty="0">
                <a:solidFill>
                  <a:srgbClr val="14313D"/>
                </a:solidFill>
                <a:latin typeface="Consolas"/>
                <a:ea typeface="Microsoft YaHei"/>
                <a:cs typeface="Microsoft YaHei"/>
              </a:rPr>
              <a:t>LOAD  = 167 999</a:t>
            </a:r>
          </a:p>
        </p:txBody>
      </p:sp>
      <p:sp>
        <p:nvSpPr>
          <p:cNvPr id="17" name="Editable 17"/>
          <p:cNvSpPr/>
          <p:nvPr/>
        </p:nvSpPr>
        <p:spPr>
          <a:xfrm>
            <a:off x="609600" y="5400675"/>
            <a:ext cx="5181600" cy="885825"/>
          </a:xfrm>
          <a:prstGeom prst="roundRect">
            <a:avLst>
              <a:gd name="adj" fmla="val 7143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8" name="Editable 18"/>
          <p:cNvSpPr/>
          <p:nvPr/>
        </p:nvSpPr>
        <p:spPr>
          <a:xfrm>
            <a:off x="6248400" y="5400675"/>
            <a:ext cx="5334000" cy="885825"/>
          </a:xfrm>
          <a:prstGeom prst="roundRect">
            <a:avLst>
              <a:gd name="adj" fmla="val 7143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9" name="Editable 19"/>
          <p:cNvSpPr txBox="1"/>
          <p:nvPr/>
        </p:nvSpPr>
        <p:spPr>
          <a:xfrm>
            <a:off x="790575" y="5562600"/>
            <a:ext cx="4819650" cy="638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600" dirty="0">
                <a:solidFill>
                  <a:srgbClr val="F5F6F2"/>
                </a:solidFill>
                <a:latin typeface="Consolas"/>
                <a:ea typeface="Microsoft YaHei"/>
                <a:cs typeface="Microsoft YaHei"/>
              </a:rPr>
              <a:t>SysTick_Config(</a:t>
            </a:r>
          </a:p>
          <a:p>
            <a:pPr algn="l">
              <a:lnSpc>
                <a:spcPts val="2200"/>
              </a:lnSpc>
            </a:pPr>
            <a:r>
              <a:rPr lang="en-US" sz="1600" dirty="0">
                <a:solidFill>
                  <a:srgbClr val="F5F6F2"/>
                </a:solidFill>
                <a:latin typeface="Consolas"/>
                <a:ea typeface="Microsoft YaHei"/>
                <a:cs typeface="Microsoft YaHei"/>
              </a:rPr>
              <a:t>  RCC_Clocks.HCLK_Frequency / 100);</a:t>
            </a:r>
          </a:p>
        </p:txBody>
      </p:sp>
      <p:sp>
        <p:nvSpPr>
          <p:cNvPr id="20" name="Editable 20"/>
          <p:cNvSpPr txBox="1"/>
          <p:nvPr/>
        </p:nvSpPr>
        <p:spPr>
          <a:xfrm>
            <a:off x="6429375" y="5562600"/>
            <a:ext cx="4953000" cy="638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600" dirty="0">
                <a:solidFill>
                  <a:srgbClr val="F5F6F2"/>
                </a:solidFill>
                <a:latin typeface="Consolas"/>
                <a:ea typeface="Microsoft YaHei"/>
                <a:cs typeface="Microsoft YaHei"/>
              </a:rPr>
              <a:t>HAL_SYSTICK_Config(SystemCoreClock /</a:t>
            </a:r>
          </a:p>
          <a:p>
            <a:pPr algn="l">
              <a:lnSpc>
                <a:spcPts val="2200"/>
              </a:lnSpc>
            </a:pPr>
            <a:r>
              <a:rPr lang="en-US" sz="1600" dirty="0">
                <a:solidFill>
                  <a:srgbClr val="F5F6F2"/>
                </a:solidFill>
                <a:latin typeface="Consolas"/>
                <a:ea typeface="Microsoft YaHei"/>
                <a:cs typeface="Microsoft YaHei"/>
              </a:rPr>
              <a:t>  (1000U / uwTickFreq));</a:t>
            </a:r>
          </a:p>
        </p:txBody>
      </p:sp>
      <p:sp>
        <p:nvSpPr>
          <p:cNvPr id="21" name="Editable 21"/>
          <p:cNvSpPr txBox="1"/>
          <p:nvPr/>
        </p:nvSpPr>
        <p:spPr>
          <a:xfrm>
            <a:off x="609600" y="6467475"/>
            <a:ext cx="102870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uwTickFreq=1；LOAD=ticks−1；换频后重配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2"/>
          <p:cNvSpPr txBox="1"/>
          <p:nvPr/>
        </p:nvSpPr>
        <p:spPr>
          <a:xfrm>
            <a:off x="609600" y="619125"/>
            <a:ext cx="10972800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4224"/>
              </a:lnSpc>
            </a:pPr>
            <a:r>
              <a:rPr lang="zh-CN" sz="3200" b="1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Delay</a:t>
            </a:r>
          </a:p>
        </p:txBody>
      </p:sp>
      <p:sp>
        <p:nvSpPr>
          <p:cNvPr id="3" name="Editable 3"/>
          <p:cNvSpPr txBox="1"/>
          <p:nvPr/>
        </p:nvSpPr>
        <p:spPr>
          <a:xfrm>
            <a:off x="11001375" y="6553200"/>
            <a:ext cx="666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84"/>
              </a:lnSpc>
            </a:pPr>
            <a:r>
              <a:rPr lang="zh-CN" sz="12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05 / 06</a:t>
            </a:r>
          </a:p>
        </p:txBody>
      </p:sp>
      <p:sp>
        <p:nvSpPr>
          <p:cNvPr id="4" name="Editable 4"/>
          <p:cNvSpPr txBox="1"/>
          <p:nvPr/>
        </p:nvSpPr>
        <p:spPr>
          <a:xfrm>
            <a:off x="9505950" y="828675"/>
            <a:ext cx="207645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lnSpc>
                <a:spcPts val="2376"/>
              </a:lnSpc>
            </a:pPr>
            <a:r>
              <a:rPr lang="zh-CN" sz="18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阻塞等待</a:t>
            </a:r>
          </a:p>
        </p:txBody>
      </p:sp>
      <p:sp>
        <p:nvSpPr>
          <p:cNvPr id="5" name="Editable 5"/>
          <p:cNvSpPr txBox="1"/>
          <p:nvPr/>
        </p:nvSpPr>
        <p:spPr>
          <a:xfrm>
            <a:off x="609600" y="1543050"/>
            <a:ext cx="5305425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904"/>
              </a:lnSpc>
            </a:pPr>
            <a:r>
              <a:rPr lang="zh-CN" sz="2200" b="1" dirty="0">
                <a:solidFill>
                  <a:srgbClr val="DB6B30"/>
                </a:solidFill>
                <a:latin typeface="Microsoft YaHei"/>
                <a:ea typeface="Microsoft YaHei"/>
                <a:cs typeface="Microsoft YaHei"/>
              </a:rPr>
              <a:t>STD · Delay(n)</a:t>
            </a:r>
          </a:p>
        </p:txBody>
      </p:sp>
      <p:sp>
        <p:nvSpPr>
          <p:cNvPr id="6" name="Editable 6"/>
          <p:cNvSpPr txBox="1"/>
          <p:nvPr/>
        </p:nvSpPr>
        <p:spPr>
          <a:xfrm>
            <a:off x="6276975" y="1543050"/>
            <a:ext cx="5305425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904"/>
              </a:lnSpc>
            </a:pPr>
            <a:r>
              <a:rPr lang="zh-CN" sz="2200" b="1" dirty="0">
                <a:solidFill>
                  <a:srgbClr val="148596"/>
                </a:solidFill>
                <a:latin typeface="Microsoft YaHei"/>
                <a:ea typeface="Microsoft YaHei"/>
                <a:cs typeface="Microsoft YaHei"/>
              </a:rPr>
              <a:t>HAL · HAL_Delay(ms)</a:t>
            </a:r>
          </a:p>
        </p:txBody>
      </p:sp>
      <p:sp>
        <p:nvSpPr>
          <p:cNvPr id="7" name="Editable 7"/>
          <p:cNvSpPr/>
          <p:nvPr/>
        </p:nvSpPr>
        <p:spPr>
          <a:xfrm>
            <a:off x="609600" y="2038350"/>
            <a:ext cx="5305425" cy="1647825"/>
          </a:xfrm>
          <a:prstGeom prst="roundRect">
            <a:avLst>
              <a:gd name="adj" fmla="val 2122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8" name="Editable 8"/>
          <p:cNvSpPr/>
          <p:nvPr/>
        </p:nvSpPr>
        <p:spPr>
          <a:xfrm>
            <a:off x="6276975" y="2038350"/>
            <a:ext cx="5305425" cy="1647825"/>
          </a:xfrm>
          <a:prstGeom prst="roundRect">
            <a:avLst>
              <a:gd name="adj" fmla="val 2122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9" name="Editable 9"/>
          <p:cNvSpPr txBox="1"/>
          <p:nvPr/>
        </p:nvSpPr>
        <p:spPr>
          <a:xfrm>
            <a:off x="809625" y="2228850"/>
            <a:ext cx="4933950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dirty="0">
                <a:solidFill>
                  <a:srgbClr val="F5F6F2"/>
                </a:solidFill>
                <a:latin typeface="Consolas"/>
                <a:ea typeface="Microsoft YaHei"/>
                <a:cs typeface="Microsoft YaHei"/>
              </a:rPr>
              <a:t>static __IO uint32_t uwTimingDelay;</a:t>
            </a:r>
          </a:p>
          <a:p>
            <a:pPr algn="l">
              <a:lnSpc>
                <a:spcPts val="2400"/>
              </a:lnSpc>
            </a:pPr>
            <a:r>
              <a:rPr lang="en-US" sz="1600" dirty="0">
                <a:solidFill>
                  <a:srgbClr val="F5F6F2"/>
                </a:solidFill>
                <a:latin typeface="Consolas"/>
                <a:ea typeface="Microsoft YaHei"/>
                <a:cs typeface="Microsoft YaHei"/>
              </a:rPr>
              <a:t>uwTimingDelay = n;</a:t>
            </a:r>
          </a:p>
          <a:p>
            <a:pPr algn="l">
              <a:lnSpc>
                <a:spcPts val="2400"/>
              </a:lnSpc>
            </a:pPr>
            <a:r>
              <a:rPr lang="en-US" sz="1600" dirty="0">
                <a:solidFill>
                  <a:srgbClr val="F5F6F2"/>
                </a:solidFill>
                <a:latin typeface="Consolas"/>
                <a:ea typeface="Microsoft YaHei"/>
                <a:cs typeface="Microsoft YaHei"/>
              </a:rPr>
              <a:t>while (uwTimingDelay != 0);</a:t>
            </a:r>
          </a:p>
        </p:txBody>
      </p:sp>
      <p:sp>
        <p:nvSpPr>
          <p:cNvPr id="10" name="Editable 10"/>
          <p:cNvSpPr txBox="1"/>
          <p:nvPr/>
        </p:nvSpPr>
        <p:spPr>
          <a:xfrm>
            <a:off x="809625" y="3257550"/>
            <a:ext cx="493395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12"/>
              </a:lnSpc>
            </a:pPr>
            <a:r>
              <a:rPr lang="en-US" sz="1600" dirty="0">
                <a:solidFill>
                  <a:srgbClr val="73D5D4"/>
                </a:solidFill>
                <a:latin typeface="Consolas"/>
                <a:ea typeface="Microsoft YaHei"/>
                <a:cs typeface="Microsoft YaHei"/>
              </a:rPr>
              <a:t>// __IO = volatile</a:t>
            </a:r>
          </a:p>
        </p:txBody>
      </p:sp>
      <p:sp>
        <p:nvSpPr>
          <p:cNvPr id="11" name="Editable 11"/>
          <p:cNvSpPr txBox="1"/>
          <p:nvPr/>
        </p:nvSpPr>
        <p:spPr>
          <a:xfrm>
            <a:off x="6477000" y="2228850"/>
            <a:ext cx="4933950" cy="1285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dirty="0">
                <a:solidFill>
                  <a:srgbClr val="F5F6F2"/>
                </a:solidFill>
                <a:latin typeface="Consolas"/>
                <a:ea typeface="Microsoft YaHei"/>
                <a:cs typeface="Microsoft YaHei"/>
              </a:rPr>
              <a:t>start=HAL_GetTick();  wait=Delay;</a:t>
            </a:r>
          </a:p>
          <a:p>
            <a:pPr algn="l">
              <a:lnSpc>
                <a:spcPts val="2400"/>
              </a:lnSpc>
            </a:pPr>
            <a:r>
              <a:rPr lang="en-US" sz="1600" dirty="0">
                <a:solidFill>
                  <a:srgbClr val="F5F6F2"/>
                </a:solidFill>
                <a:latin typeface="Consolas"/>
                <a:ea typeface="Microsoft YaHei"/>
                <a:cs typeface="Microsoft YaHei"/>
              </a:rPr>
              <a:t>if (wait &lt; HAL_MAX_DELAY)</a:t>
            </a:r>
          </a:p>
          <a:p>
            <a:pPr algn="l">
              <a:lnSpc>
                <a:spcPts val="2400"/>
              </a:lnSpc>
            </a:pPr>
            <a:r>
              <a:rPr lang="en-US" sz="1600" dirty="0">
                <a:solidFill>
                  <a:srgbClr val="F5F6F2"/>
                </a:solidFill>
                <a:latin typeface="Consolas"/>
                <a:ea typeface="Microsoft YaHei"/>
                <a:cs typeface="Microsoft YaHei"/>
              </a:rPr>
              <a:t>  wait += uwTickFreq;</a:t>
            </a:r>
          </a:p>
          <a:p>
            <a:pPr algn="l">
              <a:lnSpc>
                <a:spcPts val="2400"/>
              </a:lnSpc>
            </a:pPr>
            <a:r>
              <a:rPr lang="en-US" sz="1600" dirty="0">
                <a:solidFill>
                  <a:srgbClr val="F5F6F2"/>
                </a:solidFill>
                <a:latin typeface="Consolas"/>
                <a:ea typeface="Microsoft YaHei"/>
                <a:cs typeface="Microsoft YaHei"/>
              </a:rPr>
              <a:t>while (HAL_GetTick()-start &lt; wait);</a:t>
            </a:r>
          </a:p>
        </p:txBody>
      </p:sp>
      <p:sp>
        <p:nvSpPr>
          <p:cNvPr id="12" name="Editable 12"/>
          <p:cNvSpPr/>
          <p:nvPr/>
        </p:nvSpPr>
        <p:spPr>
          <a:xfrm>
            <a:off x="1419225" y="3952875"/>
            <a:ext cx="3676650" cy="43815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3" name="Editable 13"/>
          <p:cNvSpPr txBox="1"/>
          <p:nvPr/>
        </p:nvSpPr>
        <p:spPr>
          <a:xfrm>
            <a:off x="1504950" y="4038600"/>
            <a:ext cx="348615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800" dirty="0">
                <a:solidFill>
                  <a:srgbClr val="14313D"/>
                </a:solidFill>
                <a:latin typeface="Consolas"/>
                <a:ea typeface="Microsoft YaHei"/>
                <a:cs typeface="Microsoft YaHei"/>
              </a:rPr>
              <a:t>uwTimingDelay = n</a:t>
            </a:r>
          </a:p>
        </p:txBody>
      </p:sp>
      <p:sp>
        <p:nvSpPr>
          <p:cNvPr id="14" name="Editable 14"/>
          <p:cNvSpPr/>
          <p:nvPr/>
        </p:nvSpPr>
        <p:spPr>
          <a:xfrm>
            <a:off x="3257550" y="4391025"/>
            <a:ext cx="9525" cy="26670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15" name="Editable 15"/>
          <p:cNvSpPr/>
          <p:nvPr/>
        </p:nvSpPr>
        <p:spPr>
          <a:xfrm>
            <a:off x="1733550" y="4667250"/>
            <a:ext cx="3048000" cy="790575"/>
          </a:xfrm>
          <a:prstGeom prst="flowChartDecision">
            <a:avLst/>
          </a:prstGeom>
          <a:solidFill>
            <a:srgbClr val="E8F4F1"/>
          </a:solidFill>
          <a:ln w="19050">
            <a:solidFill>
              <a:schemeClr val="accent2"/>
            </a:solidFill>
          </a:ln>
        </p:spPr>
      </p:sp>
      <p:sp>
        <p:nvSpPr>
          <p:cNvPr id="16" name="Editable 16"/>
          <p:cNvSpPr txBox="1"/>
          <p:nvPr/>
        </p:nvSpPr>
        <p:spPr>
          <a:xfrm>
            <a:off x="1933575" y="4905375"/>
            <a:ext cx="264795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计数 ≠ 0？</a:t>
            </a:r>
          </a:p>
        </p:txBody>
      </p:sp>
      <p:sp>
        <p:nvSpPr>
          <p:cNvPr id="17" name="Editable 17"/>
          <p:cNvSpPr/>
          <p:nvPr/>
        </p:nvSpPr>
        <p:spPr>
          <a:xfrm>
            <a:off x="4781550" y="505777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19150" h="9525">
                <a:moveTo>
                  <a:pt x="0" y="0"/>
                </a:moveTo>
                <a:lnTo>
                  <a:pt x="8191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18" name="Editable 18"/>
          <p:cNvSpPr/>
          <p:nvPr/>
        </p:nvSpPr>
        <p:spPr>
          <a:xfrm>
            <a:off x="5638800" y="4552950"/>
            <a:ext cx="9525" cy="504825"/>
          </a:xfrm>
          <a:custGeom>
            <a:avLst/>
            <a:gdLst/>
            <a:ahLst/>
            <a:cxnLst/>
            <a:rect l="l" t="t" r="r" b="b"/>
            <a:pathLst>
              <a:path w="9525" h="676275">
                <a:moveTo>
                  <a:pt x="0" y="67627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19" name="Editable 19"/>
          <p:cNvSpPr/>
          <p:nvPr/>
        </p:nvSpPr>
        <p:spPr>
          <a:xfrm>
            <a:off x="3257550" y="4552950"/>
            <a:ext cx="2381250" cy="9525"/>
          </a:xfrm>
          <a:custGeom>
            <a:avLst/>
            <a:gdLst/>
            <a:ahLst/>
            <a:cxnLst/>
            <a:rect l="l" t="t" r="r" b="b"/>
            <a:pathLst>
              <a:path w="1914525" h="9525">
                <a:moveTo>
                  <a:pt x="1914525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20" name="Editable 20"/>
          <p:cNvSpPr txBox="1"/>
          <p:nvPr/>
        </p:nvSpPr>
        <p:spPr>
          <a:xfrm>
            <a:off x="5114925" y="4752975"/>
            <a:ext cx="428625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21" name="Editable 21"/>
          <p:cNvSpPr/>
          <p:nvPr/>
        </p:nvSpPr>
        <p:spPr>
          <a:xfrm>
            <a:off x="3257550" y="5457825"/>
            <a:ext cx="9525" cy="295275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22" name="Editable 22"/>
          <p:cNvSpPr txBox="1"/>
          <p:nvPr/>
        </p:nvSpPr>
        <p:spPr>
          <a:xfrm>
            <a:off x="3448050" y="5505450"/>
            <a:ext cx="428625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23" name="Editable 23"/>
          <p:cNvSpPr/>
          <p:nvPr/>
        </p:nvSpPr>
        <p:spPr>
          <a:xfrm>
            <a:off x="2076450" y="5819775"/>
            <a:ext cx="2362200" cy="419100"/>
          </a:xfrm>
          <a:prstGeom prst="roundRect">
            <a:avLst>
              <a:gd name="adj" fmla="val 16327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4" name="Editable 24"/>
          <p:cNvSpPr txBox="1"/>
          <p:nvPr/>
        </p:nvSpPr>
        <p:spPr>
          <a:xfrm>
            <a:off x="2162175" y="5886450"/>
            <a:ext cx="219075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zh-CN" sz="1800" dirty="0">
                <a:solidFill>
                  <a:srgbClr val="F5F6F2"/>
                </a:solidFill>
                <a:latin typeface="Microsoft YaHei"/>
                <a:ea typeface="Microsoft YaHei"/>
                <a:cs typeface="Microsoft YaHei"/>
              </a:rPr>
              <a:t>返回</a:t>
            </a:r>
          </a:p>
        </p:txBody>
      </p:sp>
      <p:sp>
        <p:nvSpPr>
          <p:cNvPr id="25" name="Editable 25"/>
          <p:cNvSpPr/>
          <p:nvPr/>
        </p:nvSpPr>
        <p:spPr>
          <a:xfrm>
            <a:off x="7086600" y="3952875"/>
            <a:ext cx="3676650" cy="43815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26" name="Editable 26"/>
          <p:cNvSpPr txBox="1"/>
          <p:nvPr/>
        </p:nvSpPr>
        <p:spPr>
          <a:xfrm>
            <a:off x="7172325" y="4038600"/>
            <a:ext cx="348615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800" dirty="0">
                <a:solidFill>
                  <a:srgbClr val="14313D"/>
                </a:solidFill>
                <a:latin typeface="Consolas"/>
                <a:ea typeface="Microsoft YaHei"/>
                <a:cs typeface="Microsoft YaHei"/>
              </a:rPr>
              <a:t>start=HAL_GetTick()</a:t>
            </a:r>
          </a:p>
        </p:txBody>
      </p:sp>
      <p:sp>
        <p:nvSpPr>
          <p:cNvPr id="27" name="Editable 27"/>
          <p:cNvSpPr/>
          <p:nvPr/>
        </p:nvSpPr>
        <p:spPr>
          <a:xfrm>
            <a:off x="8924925" y="4391025"/>
            <a:ext cx="9525" cy="266700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28" name="Editable 28"/>
          <p:cNvSpPr/>
          <p:nvPr/>
        </p:nvSpPr>
        <p:spPr>
          <a:xfrm>
            <a:off x="7400925" y="4667250"/>
            <a:ext cx="3048000" cy="790575"/>
          </a:xfrm>
          <a:prstGeom prst="flowChartDecision">
            <a:avLst/>
          </a:prstGeom>
          <a:solidFill>
            <a:srgbClr val="E8F4F1"/>
          </a:solidFill>
          <a:ln w="19050">
            <a:solidFill>
              <a:schemeClr val="accent2"/>
            </a:solidFill>
          </a:ln>
        </p:spPr>
      </p:sp>
      <p:sp>
        <p:nvSpPr>
          <p:cNvPr id="29" name="Editable 29"/>
          <p:cNvSpPr txBox="1"/>
          <p:nvPr/>
        </p:nvSpPr>
        <p:spPr>
          <a:xfrm>
            <a:off x="7600950" y="4905375"/>
            <a:ext cx="264795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差值 &lt; wait？</a:t>
            </a:r>
          </a:p>
        </p:txBody>
      </p:sp>
      <p:sp>
        <p:nvSpPr>
          <p:cNvPr id="30" name="Editable 30"/>
          <p:cNvSpPr/>
          <p:nvPr/>
        </p:nvSpPr>
        <p:spPr>
          <a:xfrm>
            <a:off x="10448925" y="505777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19150" h="9525">
                <a:moveTo>
                  <a:pt x="0" y="0"/>
                </a:moveTo>
                <a:lnTo>
                  <a:pt x="81915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31" name="Editable 31"/>
          <p:cNvSpPr/>
          <p:nvPr/>
        </p:nvSpPr>
        <p:spPr>
          <a:xfrm>
            <a:off x="11306175" y="4552950"/>
            <a:ext cx="9525" cy="504825"/>
          </a:xfrm>
          <a:custGeom>
            <a:avLst/>
            <a:gdLst/>
            <a:ahLst/>
            <a:cxnLst/>
            <a:rect l="l" t="t" r="r" b="b"/>
            <a:pathLst>
              <a:path w="9525" h="676275">
                <a:moveTo>
                  <a:pt x="0" y="67627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32" name="Editable 32"/>
          <p:cNvSpPr/>
          <p:nvPr/>
        </p:nvSpPr>
        <p:spPr>
          <a:xfrm>
            <a:off x="8924925" y="4552950"/>
            <a:ext cx="2381250" cy="9525"/>
          </a:xfrm>
          <a:custGeom>
            <a:avLst/>
            <a:gdLst/>
            <a:ahLst/>
            <a:cxnLst/>
            <a:rect l="l" t="t" r="r" b="b"/>
            <a:pathLst>
              <a:path w="1914525" h="9525">
                <a:moveTo>
                  <a:pt x="1914525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33" name="Editable 33"/>
          <p:cNvSpPr txBox="1"/>
          <p:nvPr/>
        </p:nvSpPr>
        <p:spPr>
          <a:xfrm>
            <a:off x="10782300" y="4752975"/>
            <a:ext cx="428625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34" name="Editable 34"/>
          <p:cNvSpPr/>
          <p:nvPr/>
        </p:nvSpPr>
        <p:spPr>
          <a:xfrm>
            <a:off x="8924925" y="5457825"/>
            <a:ext cx="9525" cy="295275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35" name="Editable 35"/>
          <p:cNvSpPr txBox="1"/>
          <p:nvPr/>
        </p:nvSpPr>
        <p:spPr>
          <a:xfrm>
            <a:off x="9115425" y="5505450"/>
            <a:ext cx="428625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36" name="Editable 36"/>
          <p:cNvSpPr/>
          <p:nvPr/>
        </p:nvSpPr>
        <p:spPr>
          <a:xfrm>
            <a:off x="7743825" y="5819775"/>
            <a:ext cx="2362200" cy="419100"/>
          </a:xfrm>
          <a:prstGeom prst="roundRect">
            <a:avLst>
              <a:gd name="adj" fmla="val 16327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7" name="Editable 37"/>
          <p:cNvSpPr txBox="1"/>
          <p:nvPr/>
        </p:nvSpPr>
        <p:spPr>
          <a:xfrm>
            <a:off x="7829550" y="5886450"/>
            <a:ext cx="219075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zh-CN" sz="1800" dirty="0">
                <a:solidFill>
                  <a:srgbClr val="F5F6F2"/>
                </a:solidFill>
                <a:latin typeface="Microsoft YaHei"/>
                <a:ea typeface="Microsoft YaHei"/>
                <a:cs typeface="Microsoft YaHei"/>
              </a:rPr>
              <a:t>返回</a:t>
            </a:r>
          </a:p>
        </p:txBody>
      </p:sp>
      <p:sp>
        <p:nvSpPr>
          <p:cNvPr id="38" name="Editable 38"/>
          <p:cNvSpPr txBox="1"/>
          <p:nvPr/>
        </p:nvSpPr>
        <p:spPr>
          <a:xfrm>
            <a:off x="609600" y="6448425"/>
            <a:ext cx="5305425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DB6B30"/>
                </a:solidFill>
                <a:latin typeface="Microsoft YaHei"/>
                <a:ea typeface="Microsoft YaHei"/>
                <a:cs typeface="Microsoft YaHei"/>
              </a:rPr>
              <a:t>SysTick 10 ms：非零计数 −1</a:t>
            </a:r>
          </a:p>
        </p:txBody>
      </p:sp>
      <p:sp>
        <p:nvSpPr>
          <p:cNvPr id="39" name="Editable 39"/>
          <p:cNvSpPr txBox="1"/>
          <p:nvPr/>
        </p:nvSpPr>
        <p:spPr>
          <a:xfrm>
            <a:off x="6276975" y="6448425"/>
            <a:ext cx="5305425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148596"/>
                </a:solidFill>
                <a:latin typeface="Microsoft YaHei"/>
                <a:ea typeface="Microsoft YaHei"/>
                <a:cs typeface="Microsoft YaHei"/>
              </a:rPr>
              <a:t>SysTick 1 ms：HAL_IncTick()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2"/>
          <p:cNvSpPr txBox="1"/>
          <p:nvPr/>
        </p:nvSpPr>
        <p:spPr>
          <a:xfrm>
            <a:off x="609600" y="619125"/>
            <a:ext cx="10972800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4224"/>
              </a:lnSpc>
            </a:pPr>
            <a:r>
              <a:rPr lang="zh-CN" sz="3200" b="1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各时钟原理与应用</a:t>
            </a:r>
          </a:p>
        </p:txBody>
      </p:sp>
      <p:sp>
        <p:nvSpPr>
          <p:cNvPr id="3" name="Editable 3"/>
          <p:cNvSpPr txBox="1"/>
          <p:nvPr/>
        </p:nvSpPr>
        <p:spPr>
          <a:xfrm>
            <a:off x="11001375" y="6553200"/>
            <a:ext cx="666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84"/>
              </a:lnSpc>
            </a:pPr>
            <a:r>
              <a:rPr lang="zh-CN" sz="12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06 / 06</a:t>
            </a:r>
          </a:p>
        </p:txBody>
      </p:sp>
      <p:sp>
        <p:nvSpPr>
          <p:cNvPr id="4" name="Editable 4"/>
          <p:cNvSpPr txBox="1"/>
          <p:nvPr/>
        </p:nvSpPr>
        <p:spPr>
          <a:xfrm>
            <a:off x="609600" y="1571625"/>
            <a:ext cx="194310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904"/>
              </a:lnSpc>
            </a:pPr>
            <a:r>
              <a:rPr lang="zh-CN" sz="2200" b="1" dirty="0">
                <a:solidFill>
                  <a:srgbClr val="148596"/>
                </a:solidFill>
                <a:latin typeface="Microsoft YaHei"/>
                <a:ea typeface="Microsoft YaHei"/>
                <a:cs typeface="Microsoft YaHei"/>
              </a:rPr>
              <a:t>时钟</a:t>
            </a:r>
          </a:p>
        </p:txBody>
      </p:sp>
      <p:sp>
        <p:nvSpPr>
          <p:cNvPr id="5" name="Editable 5"/>
          <p:cNvSpPr txBox="1"/>
          <p:nvPr/>
        </p:nvSpPr>
        <p:spPr>
          <a:xfrm>
            <a:off x="2743200" y="1571625"/>
            <a:ext cx="382905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904"/>
              </a:lnSpc>
            </a:pPr>
            <a:r>
              <a:rPr lang="zh-CN" sz="2200" b="1" dirty="0">
                <a:solidFill>
                  <a:srgbClr val="148596"/>
                </a:solidFill>
                <a:latin typeface="Microsoft YaHei"/>
                <a:ea typeface="Microsoft YaHei"/>
                <a:cs typeface="Microsoft YaHei"/>
              </a:rPr>
              <a:t>原理与用途</a:t>
            </a:r>
          </a:p>
        </p:txBody>
      </p:sp>
      <p:sp>
        <p:nvSpPr>
          <p:cNvPr id="6" name="Editable 6"/>
          <p:cNvSpPr/>
          <p:nvPr/>
        </p:nvSpPr>
        <p:spPr>
          <a:xfrm>
            <a:off x="609600" y="2047875"/>
            <a:ext cx="596265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7" name="Editable 7"/>
          <p:cNvSpPr txBox="1"/>
          <p:nvPr/>
        </p:nvSpPr>
        <p:spPr>
          <a:xfrm>
            <a:off x="609600" y="2209800"/>
            <a:ext cx="204787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HSI 16 MHz</a:t>
            </a:r>
          </a:p>
        </p:txBody>
      </p:sp>
      <p:sp>
        <p:nvSpPr>
          <p:cNvPr id="8" name="Editable 8"/>
          <p:cNvSpPr txBox="1"/>
          <p:nvPr/>
        </p:nvSpPr>
        <p:spPr>
          <a:xfrm>
            <a:off x="2743200" y="2209800"/>
            <a:ext cx="38862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内部 RC：启动、后备</a:t>
            </a:r>
          </a:p>
        </p:txBody>
      </p:sp>
      <p:sp>
        <p:nvSpPr>
          <p:cNvPr id="9" name="Editable 9"/>
          <p:cNvSpPr txBox="1"/>
          <p:nvPr/>
        </p:nvSpPr>
        <p:spPr>
          <a:xfrm>
            <a:off x="609600" y="2590800"/>
            <a:ext cx="204787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HSE</a:t>
            </a:r>
          </a:p>
        </p:txBody>
      </p:sp>
      <p:sp>
        <p:nvSpPr>
          <p:cNvPr id="10" name="Editable 10"/>
          <p:cNvSpPr txBox="1"/>
          <p:nvPr/>
        </p:nvSpPr>
        <p:spPr>
          <a:xfrm>
            <a:off x="2743200" y="2590800"/>
            <a:ext cx="38862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外部晶振：PLL 参考</a:t>
            </a:r>
          </a:p>
        </p:txBody>
      </p:sp>
      <p:sp>
        <p:nvSpPr>
          <p:cNvPr id="11" name="Editable 11"/>
          <p:cNvSpPr txBox="1"/>
          <p:nvPr/>
        </p:nvSpPr>
        <p:spPr>
          <a:xfrm>
            <a:off x="609600" y="2971800"/>
            <a:ext cx="204787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PLL</a:t>
            </a:r>
          </a:p>
        </p:txBody>
      </p:sp>
      <p:sp>
        <p:nvSpPr>
          <p:cNvPr id="12" name="Editable 12"/>
          <p:cNvSpPr txBox="1"/>
          <p:nvPr/>
        </p:nvSpPr>
        <p:spPr>
          <a:xfrm>
            <a:off x="2743200" y="2971800"/>
            <a:ext cx="38862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分频、倍频：合成 SYSCLK</a:t>
            </a:r>
          </a:p>
        </p:txBody>
      </p:sp>
      <p:sp>
        <p:nvSpPr>
          <p:cNvPr id="13" name="Editable 13"/>
          <p:cNvSpPr txBox="1"/>
          <p:nvPr/>
        </p:nvSpPr>
        <p:spPr>
          <a:xfrm>
            <a:off x="609600" y="3352800"/>
            <a:ext cx="204787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SYSCLK</a:t>
            </a:r>
          </a:p>
        </p:txBody>
      </p:sp>
      <p:sp>
        <p:nvSpPr>
          <p:cNvPr id="14" name="Editable 14"/>
          <p:cNvSpPr txBox="1"/>
          <p:nvPr/>
        </p:nvSpPr>
        <p:spPr>
          <a:xfrm>
            <a:off x="2743200" y="3352800"/>
            <a:ext cx="38862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时钟源选择：系统主时钟</a:t>
            </a:r>
          </a:p>
        </p:txBody>
      </p:sp>
      <p:sp>
        <p:nvSpPr>
          <p:cNvPr id="15" name="Editable 15"/>
          <p:cNvSpPr txBox="1"/>
          <p:nvPr/>
        </p:nvSpPr>
        <p:spPr>
          <a:xfrm>
            <a:off x="609600" y="3733800"/>
            <a:ext cx="204787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HCLK / PCLK</a:t>
            </a:r>
          </a:p>
        </p:txBody>
      </p:sp>
      <p:sp>
        <p:nvSpPr>
          <p:cNvPr id="16" name="Editable 16"/>
          <p:cNvSpPr txBox="1"/>
          <p:nvPr/>
        </p:nvSpPr>
        <p:spPr>
          <a:xfrm>
            <a:off x="2743200" y="3733800"/>
            <a:ext cx="38862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总线分频：CPU、AHB / APB</a:t>
            </a:r>
          </a:p>
        </p:txBody>
      </p:sp>
      <p:sp>
        <p:nvSpPr>
          <p:cNvPr id="17" name="Editable 17"/>
          <p:cNvSpPr txBox="1"/>
          <p:nvPr/>
        </p:nvSpPr>
        <p:spPr>
          <a:xfrm>
            <a:off x="609600" y="4114800"/>
            <a:ext cx="204787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LSE 32.768 kHz</a:t>
            </a:r>
          </a:p>
        </p:txBody>
      </p:sp>
      <p:sp>
        <p:nvSpPr>
          <p:cNvPr id="18" name="Editable 18"/>
          <p:cNvSpPr txBox="1"/>
          <p:nvPr/>
        </p:nvSpPr>
        <p:spPr>
          <a:xfrm>
            <a:off x="2743200" y="4114800"/>
            <a:ext cx="38862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外部晶振：RTC</a:t>
            </a:r>
          </a:p>
        </p:txBody>
      </p:sp>
      <p:sp>
        <p:nvSpPr>
          <p:cNvPr id="19" name="Editable 19"/>
          <p:cNvSpPr txBox="1"/>
          <p:nvPr/>
        </p:nvSpPr>
        <p:spPr>
          <a:xfrm>
            <a:off x="609600" y="4495800"/>
            <a:ext cx="204787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LSI ≈32 kHz</a:t>
            </a:r>
          </a:p>
        </p:txBody>
      </p:sp>
      <p:sp>
        <p:nvSpPr>
          <p:cNvPr id="20" name="Editable 20"/>
          <p:cNvSpPr txBox="1"/>
          <p:nvPr/>
        </p:nvSpPr>
        <p:spPr>
          <a:xfrm>
            <a:off x="2743200" y="4495800"/>
            <a:ext cx="38862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内部 RC：独立看门狗</a:t>
            </a:r>
          </a:p>
        </p:txBody>
      </p:sp>
      <p:sp>
        <p:nvSpPr>
          <p:cNvPr id="21" name="Editable 21"/>
          <p:cNvSpPr txBox="1"/>
          <p:nvPr/>
        </p:nvSpPr>
        <p:spPr>
          <a:xfrm>
            <a:off x="609600" y="4876800"/>
            <a:ext cx="204787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SysTick</a:t>
            </a:r>
          </a:p>
        </p:txBody>
      </p:sp>
      <p:sp>
        <p:nvSpPr>
          <p:cNvPr id="22" name="Editable 22"/>
          <p:cNvSpPr txBox="1"/>
          <p:nvPr/>
        </p:nvSpPr>
        <p:spPr>
          <a:xfrm>
            <a:off x="2743200" y="4876800"/>
            <a:ext cx="38862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递减计数：软件时基</a:t>
            </a:r>
          </a:p>
        </p:txBody>
      </p:sp>
      <p:sp>
        <p:nvSpPr>
          <p:cNvPr id="23" name="Editable 23"/>
          <p:cNvSpPr txBox="1"/>
          <p:nvPr/>
        </p:nvSpPr>
        <p:spPr>
          <a:xfrm>
            <a:off x="609600" y="5257800"/>
            <a:ext cx="204787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TIM / PWM</a:t>
            </a:r>
          </a:p>
        </p:txBody>
      </p:sp>
      <p:sp>
        <p:nvSpPr>
          <p:cNvPr id="24" name="Editable 24"/>
          <p:cNvSpPr txBox="1"/>
          <p:nvPr/>
        </p:nvSpPr>
        <p:spPr>
          <a:xfrm>
            <a:off x="2743200" y="5257800"/>
            <a:ext cx="38862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硬件计数：定时、波形</a:t>
            </a:r>
          </a:p>
        </p:txBody>
      </p:sp>
      <p:sp>
        <p:nvSpPr>
          <p:cNvPr id="25" name="Editable 25"/>
          <p:cNvSpPr/>
          <p:nvPr/>
        </p:nvSpPr>
        <p:spPr>
          <a:xfrm>
            <a:off x="609600" y="5848350"/>
            <a:ext cx="5962650" cy="62865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26" name="Editable 26"/>
          <p:cNvSpPr txBox="1"/>
          <p:nvPr/>
        </p:nvSpPr>
        <p:spPr>
          <a:xfrm>
            <a:off x="781050" y="5962650"/>
            <a:ext cx="135255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76"/>
              </a:lnSpc>
            </a:pPr>
            <a:r>
              <a:rPr lang="zh-CN" sz="1800" dirty="0">
                <a:solidFill>
                  <a:srgbClr val="ADC2C6"/>
                </a:solidFill>
                <a:latin typeface="Microsoft YaHei"/>
                <a:ea typeface="Microsoft YaHei"/>
                <a:cs typeface="Microsoft YaHei"/>
              </a:rPr>
              <a:t>外设门控</a:t>
            </a:r>
          </a:p>
        </p:txBody>
      </p:sp>
      <p:sp>
        <p:nvSpPr>
          <p:cNvPr id="27" name="Editable 27"/>
          <p:cNvSpPr txBox="1"/>
          <p:nvPr/>
        </p:nvSpPr>
        <p:spPr>
          <a:xfrm>
            <a:off x="2133600" y="6010275"/>
            <a:ext cx="429577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12"/>
              </a:lnSpc>
            </a:pPr>
            <a:r>
              <a:rPr lang="en-US" sz="1600" dirty="0">
                <a:solidFill>
                  <a:srgbClr val="73D5D4"/>
                </a:solidFill>
                <a:latin typeface="Consolas"/>
                <a:ea typeface="Microsoft YaHei"/>
                <a:cs typeface="Microsoft YaHei"/>
              </a:rPr>
              <a:t>__HAL_RCC_GPIOE_CLK_ENABLE();</a:t>
            </a:r>
          </a:p>
        </p:txBody>
      </p:sp>
      <p:sp>
        <p:nvSpPr>
          <p:cNvPr id="28" name="Editable 28"/>
          <p:cNvSpPr txBox="1"/>
          <p:nvPr/>
        </p:nvSpPr>
        <p:spPr>
          <a:xfrm>
            <a:off x="7086600" y="1571625"/>
            <a:ext cx="4495800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904"/>
              </a:lnSpc>
            </a:pPr>
            <a:r>
              <a:rPr lang="zh-CN" sz="2200" b="1" dirty="0">
                <a:solidFill>
                  <a:srgbClr val="DB6B30"/>
                </a:solidFill>
                <a:latin typeface="Microsoft YaHei"/>
                <a:ea typeface="Microsoft YaHei"/>
                <a:cs typeface="Microsoft YaHei"/>
              </a:rPr>
              <a:t>STD · Delay(10)</a:t>
            </a:r>
          </a:p>
        </p:txBody>
      </p:sp>
      <p:sp>
        <p:nvSpPr>
          <p:cNvPr id="29" name="Editable 29"/>
          <p:cNvSpPr txBox="1"/>
          <p:nvPr/>
        </p:nvSpPr>
        <p:spPr>
          <a:xfrm>
            <a:off x="7086600" y="2133600"/>
            <a:ext cx="4495800" cy="885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900"/>
              </a:lnSpc>
            </a:pPr>
            <a:r>
              <a:rPr lang="zh-CN" sz="20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每轮 ≈100 ms</a:t>
            </a:r>
          </a:p>
          <a:p>
            <a:pPr algn="l">
              <a:lnSpc>
                <a:spcPts val="2900"/>
              </a:lnSpc>
            </a:pPr>
            <a:r>
              <a:rPr lang="zh-CN" sz="20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常规：翻转 ≈500 ms / 周期 ≈1 s</a:t>
            </a:r>
          </a:p>
        </p:txBody>
      </p:sp>
      <p:sp>
        <p:nvSpPr>
          <p:cNvPr id="30" name="Editable 30"/>
          <p:cNvSpPr txBox="1"/>
          <p:nvPr/>
        </p:nvSpPr>
        <p:spPr>
          <a:xfrm>
            <a:off x="7086600" y="3257550"/>
            <a:ext cx="4495800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640"/>
              </a:lnSpc>
            </a:pPr>
            <a:r>
              <a:rPr lang="zh-CN" sz="2000" b="1" dirty="0">
                <a:solidFill>
                  <a:srgbClr val="148596"/>
                </a:solidFill>
                <a:latin typeface="Microsoft YaHei"/>
                <a:ea typeface="Microsoft YaHei"/>
                <a:cs typeface="Microsoft YaHei"/>
              </a:rPr>
              <a:t>HAL · HAL_Delay(1000)</a:t>
            </a:r>
          </a:p>
        </p:txBody>
      </p:sp>
      <p:sp>
        <p:nvSpPr>
          <p:cNvPr id="31" name="Editable 31"/>
          <p:cNvSpPr txBox="1"/>
          <p:nvPr/>
        </p:nvSpPr>
        <p:spPr>
          <a:xfrm>
            <a:off x="7086600" y="3752850"/>
            <a:ext cx="449580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800"/>
              </a:lnSpc>
            </a:pPr>
            <a:r>
              <a:rPr lang="zh-CN" sz="20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每轮、翻转 ≈1 s</a:t>
            </a:r>
          </a:p>
          <a:p>
            <a:pPr algn="l">
              <a:lnSpc>
                <a:spcPts val="2800"/>
              </a:lnSpc>
            </a:pPr>
            <a:r>
              <a:rPr lang="zh-CN" sz="2000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完整周期 ≈2 s</a:t>
            </a:r>
          </a:p>
        </p:txBody>
      </p:sp>
      <p:sp>
        <p:nvSpPr>
          <p:cNvPr id="32" name="Editable 32"/>
          <p:cNvSpPr txBox="1"/>
          <p:nvPr/>
        </p:nvSpPr>
        <p:spPr>
          <a:xfrm>
            <a:off x="7086600" y="4686300"/>
            <a:ext cx="449580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800" dirty="0">
                <a:solidFill>
                  <a:srgbClr val="14313D"/>
                </a:solidFill>
                <a:latin typeface="Consolas"/>
                <a:ea typeface="Microsoft YaHei"/>
                <a:cs typeface="Microsoft YaHei"/>
              </a:rPr>
              <a:t>uint16_t Index</a:t>
            </a:r>
          </a:p>
          <a:p>
            <a:pPr algn="l">
              <a:lnSpc>
                <a:spcPts val="2500"/>
              </a:lnSpc>
            </a:pPr>
            <a:r>
              <a:rPr lang="en-US" sz="1800" dirty="0">
                <a:solidFill>
                  <a:srgbClr val="14313D"/>
                </a:solidFill>
                <a:latin typeface="Consolas"/>
                <a:ea typeface="Microsoft YaHei"/>
                <a:cs typeface="Microsoft YaHei"/>
              </a:rPr>
              <a:t>Index%5==0 时翻转</a:t>
            </a:r>
          </a:p>
        </p:txBody>
      </p:sp>
      <p:sp>
        <p:nvSpPr>
          <p:cNvPr id="33" name="Editable 33"/>
          <p:cNvSpPr/>
          <p:nvPr/>
        </p:nvSpPr>
        <p:spPr>
          <a:xfrm>
            <a:off x="7372350" y="5467350"/>
            <a:ext cx="1285875" cy="476250"/>
          </a:xfrm>
          <a:prstGeom prst="roundRect">
            <a:avLst>
              <a:gd name="adj" fmla="val 17391"/>
            </a:avLst>
          </a:prstGeom>
          <a:solidFill>
            <a:srgbClr val="F4E4D9"/>
          </a:solidFill>
          <a:ln>
            <a:noFill/>
          </a:ln>
        </p:spPr>
      </p:sp>
      <p:sp>
        <p:nvSpPr>
          <p:cNvPr id="34" name="Editable 34"/>
          <p:cNvSpPr/>
          <p:nvPr/>
        </p:nvSpPr>
        <p:spPr>
          <a:xfrm>
            <a:off x="10106025" y="5467350"/>
            <a:ext cx="1285875" cy="476250"/>
          </a:xfrm>
          <a:prstGeom prst="roundRect">
            <a:avLst>
              <a:gd name="adj" fmla="val 17391"/>
            </a:avLst>
          </a:prstGeom>
          <a:solidFill>
            <a:srgbClr val="F4E4D9"/>
          </a:solidFill>
          <a:ln>
            <a:noFill/>
          </a:ln>
        </p:spPr>
      </p:sp>
      <p:sp>
        <p:nvSpPr>
          <p:cNvPr id="35" name="Editable 35"/>
          <p:cNvSpPr txBox="1"/>
          <p:nvPr/>
        </p:nvSpPr>
        <p:spPr>
          <a:xfrm>
            <a:off x="7439025" y="5543550"/>
            <a:ext cx="1152525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2300" dirty="0">
                <a:solidFill>
                  <a:srgbClr val="DB6B30"/>
                </a:solidFill>
                <a:latin typeface="Consolas"/>
                <a:ea typeface="Microsoft YaHei"/>
                <a:cs typeface="Microsoft YaHei"/>
              </a:rPr>
              <a:t>65535</a:t>
            </a:r>
          </a:p>
        </p:txBody>
      </p:sp>
      <p:sp>
        <p:nvSpPr>
          <p:cNvPr id="36" name="Editable 36"/>
          <p:cNvSpPr txBox="1"/>
          <p:nvPr/>
        </p:nvSpPr>
        <p:spPr>
          <a:xfrm>
            <a:off x="10172700" y="5543550"/>
            <a:ext cx="1152525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2300" dirty="0">
                <a:solidFill>
                  <a:srgbClr val="DB6B30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7" name="Editable 37"/>
          <p:cNvSpPr/>
          <p:nvPr/>
        </p:nvSpPr>
        <p:spPr>
          <a:xfrm>
            <a:off x="8839200" y="5705475"/>
            <a:ext cx="1000125" cy="9525"/>
          </a:xfrm>
          <a:prstGeom prst="line">
            <a:avLst/>
          </a:prstGeom>
          <a:noFill/>
          <a:ln w="19050">
            <a:solidFill>
              <a:schemeClr val="accent2"/>
            </a:solidFill>
            <a:tailEnd type="triangle" w="lg" len="lg"/>
          </a:ln>
        </p:spPr>
      </p:sp>
      <p:sp>
        <p:nvSpPr>
          <p:cNvPr id="38" name="Editable 38"/>
          <p:cNvSpPr txBox="1"/>
          <p:nvPr/>
        </p:nvSpPr>
        <p:spPr>
          <a:xfrm>
            <a:off x="7086600" y="6200775"/>
            <a:ext cx="449580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640"/>
              </a:lnSpc>
            </a:pPr>
            <a:r>
              <a:rPr lang="zh-CN" sz="2000" dirty="0">
                <a:solidFill>
                  <a:srgbClr val="DB6B30"/>
                </a:solidFill>
                <a:latin typeface="Microsoft YaHei"/>
                <a:ea typeface="Microsoft YaHei"/>
                <a:cs typeface="Microsoft YaHei"/>
              </a:rPr>
              <a:t>连续两轮触发：≈100 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制作源文件">
  <a:themeElements>
    <a:clrScheme name="制作源文件">
      <a:dk1>
        <a:srgbClr val="1D3440"/>
      </a:dk1>
      <a:lt1>
        <a:srgbClr val="F5F6F2"/>
      </a:lt1>
      <a:dk2>
        <a:srgbClr val="1F497D"/>
      </a:dk2>
      <a:lt2>
        <a:srgbClr val="E8EEEB"/>
      </a:lt2>
      <a:accent1>
        <a:srgbClr val="132E3B"/>
      </a:accent1>
      <a:accent2>
        <a:srgbClr val="167D8D"/>
      </a:accent2>
      <a:accent3>
        <a:srgbClr val="D66A35"/>
      </a:accent3>
      <a:accent4>
        <a:srgbClr val="132E3B"/>
      </a:accent4>
      <a:accent5>
        <a:srgbClr val="61747B"/>
      </a:accent5>
      <a:accent6>
        <a:srgbClr val="C9D5D2"/>
      </a:accent6>
      <a:hlink>
        <a:srgbClr val="167D8D"/>
      </a:hlink>
      <a:folHlink>
        <a:srgbClr val="D66A35"/>
      </a:folHlink>
    </a:clrScheme>
    <a:fontScheme name="制作源文件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制作源文件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制作源文件">
  <a:themeElements>
    <a:clrScheme name="制作源文件">
      <a:dk1>
        <a:srgbClr val="1D3440"/>
      </a:dk1>
      <a:lt1>
        <a:srgbClr val="F5F6F2"/>
      </a:lt1>
      <a:dk2>
        <a:srgbClr val="1F497D"/>
      </a:dk2>
      <a:lt2>
        <a:srgbClr val="E8EEEB"/>
      </a:lt2>
      <a:accent1>
        <a:srgbClr val="132E3B"/>
      </a:accent1>
      <a:accent2>
        <a:srgbClr val="167D8D"/>
      </a:accent2>
      <a:accent3>
        <a:srgbClr val="D66A35"/>
      </a:accent3>
      <a:accent4>
        <a:srgbClr val="132E3B"/>
      </a:accent4>
      <a:accent5>
        <a:srgbClr val="61747B"/>
      </a:accent5>
      <a:accent6>
        <a:srgbClr val="C9D5D2"/>
      </a:accent6>
      <a:hlink>
        <a:srgbClr val="167D8D"/>
      </a:hlink>
      <a:folHlink>
        <a:srgbClr val="D66A35"/>
      </a:folHlink>
    </a:clrScheme>
    <a:fontScheme name="制作源文件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制作源文件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1243</Words>
  <Application>Microsoft Office PowerPoint</Application>
  <PresentationFormat>宽屏</PresentationFormat>
  <Paragraphs>147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Microsoft YaHei</vt:lpstr>
      <vt:lpstr>Arial</vt:lpstr>
      <vt:lpstr>Consolas</vt:lpstr>
      <vt:lpstr>制作源文件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彭俊杰</cp:lastModifiedBy>
  <cp:revision>2</cp:revision>
  <dcterms:created xsi:type="dcterms:W3CDTF">2026-10-07T10:33:09Z</dcterms:created>
  <dcterms:modified xsi:type="dcterms:W3CDTF">2026-10-07T15:45:23Z</dcterms:modified>
  <cp:category/>
  <cp:contentStatus/>
  <dc:language>zh-CN</dc:language>
</cp:coreProperties>
</file>